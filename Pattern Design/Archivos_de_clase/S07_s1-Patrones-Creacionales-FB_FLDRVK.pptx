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9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Lst>
  <p:sldSz cx="12192000" cy="6858000"/>
  <p:notesSz cx="12192000" cy="6858000"/>
  <p:embeddedFontLst>
    <p:embeddedFont>
      <p:font typeface="Calibri" panose="020F0502020204030204" pitchFamily="34" charset="0"/>
      <p:regular r:id="rId42"/>
      <p:bold r:id="rId43"/>
      <p:italic r:id="rId44"/>
      <p:boldItalic r:id="rId45"/>
    </p:embeddedFont>
    <p:embeddedFont>
      <p:font typeface="Roboto" panose="020B0604020202020204" charset="0"/>
      <p:regular r:id="rId46"/>
      <p:bold r:id="rId47"/>
      <p:italic r:id="rId48"/>
      <p:boldItalic r:id="rId49"/>
    </p:embeddedFont>
    <p:embeddedFont>
      <p:font typeface="Rubik" panose="020B0604020202020204" charset="-79"/>
      <p:regular r:id="rId50"/>
      <p:bold r:id="rId51"/>
      <p:italic r:id="rId52"/>
      <p:boldItalic r:id="rId53"/>
    </p:embeddedFont>
    <p:embeddedFont>
      <p:font typeface="Verdana" panose="020B0604030504040204" pitchFamily="34" charset="0"/>
      <p:regular r:id="rId54"/>
      <p:bold r:id="rId55"/>
      <p:italic r:id="rId56"/>
      <p:boldItalic r:id="rId5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8" roundtripDataSignature="AMtx7mhzvDkGNxr8ri28O2ipgfItvRxOp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636" y="1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font" Target="fonts/font9.fntdata"/><Relationship Id="rId55" Type="http://schemas.openxmlformats.org/officeDocument/2006/relationships/font" Target="fonts/font1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4.fntdata"/><Relationship Id="rId53" Type="http://schemas.openxmlformats.org/officeDocument/2006/relationships/font" Target="fonts/font12.fntdata"/><Relationship Id="rId58" Type="http://customschemas.google.com/relationships/presentationmetadata" Target="metadata"/><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font" Target="fonts/font7.fntdata"/><Relationship Id="rId56"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font" Target="fonts/font10.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5.fntdata"/><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notesMaster" Target="notesMasters/notesMaster1.xml"/><Relationship Id="rId54" Type="http://schemas.openxmlformats.org/officeDocument/2006/relationships/font" Target="fonts/font13.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8.fntdata"/><Relationship Id="rId57" Type="http://schemas.openxmlformats.org/officeDocument/2006/relationships/font" Target="fonts/font16.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3.fntdata"/><Relationship Id="rId52" Type="http://schemas.openxmlformats.org/officeDocument/2006/relationships/font" Target="fonts/font11.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2483F17-2D05-458A-B53D-20E265980965}" type="doc">
      <dgm:prSet loTypeId="urn:microsoft.com/office/officeart/2005/8/layout/lProcess2" loCatId="relationship" qsTypeId="urn:microsoft.com/office/officeart/2005/8/quickstyle/simple1" qsCatId="simple" csTypeId="urn:microsoft.com/office/officeart/2005/8/colors/accent2_2" csCatId="accent2" phldr="1"/>
      <dgm:spPr/>
      <dgm:t>
        <a:bodyPr/>
        <a:lstStyle/>
        <a:p>
          <a:endParaRPr lang="es-ES"/>
        </a:p>
      </dgm:t>
    </dgm:pt>
    <dgm:pt modelId="{8BB5D399-88A7-4082-8EB5-DA3C88D09B83}">
      <dgm:prSet phldrT="[Texto]" phldr="1"/>
      <dgm:spPr/>
      <dgm:t>
        <a:bodyPr/>
        <a:lstStyle/>
        <a:p>
          <a:endParaRPr lang="es-ES"/>
        </a:p>
      </dgm:t>
    </dgm:pt>
    <dgm:pt modelId="{BEEB7BE6-94DF-4BA0-8621-4B052585C932}" type="parTrans" cxnId="{3977F723-8088-4DCA-B953-DC26547F78A3}">
      <dgm:prSet/>
      <dgm:spPr/>
      <dgm:t>
        <a:bodyPr/>
        <a:lstStyle/>
        <a:p>
          <a:endParaRPr lang="es-ES"/>
        </a:p>
      </dgm:t>
    </dgm:pt>
    <dgm:pt modelId="{D26256C0-A39E-4632-9751-A6B3B148918C}" type="sibTrans" cxnId="{3977F723-8088-4DCA-B953-DC26547F78A3}">
      <dgm:prSet/>
      <dgm:spPr/>
      <dgm:t>
        <a:bodyPr/>
        <a:lstStyle/>
        <a:p>
          <a:endParaRPr lang="es-ES"/>
        </a:p>
      </dgm:t>
    </dgm:pt>
    <dgm:pt modelId="{124796AE-E83E-4A5F-B411-F85D65ABE3E5}">
      <dgm:prSet phldrT="[Texto]" phldr="1"/>
      <dgm:spPr/>
      <dgm:t>
        <a:bodyPr/>
        <a:lstStyle/>
        <a:p>
          <a:endParaRPr lang="es-ES"/>
        </a:p>
      </dgm:t>
    </dgm:pt>
    <dgm:pt modelId="{CF6D6C4C-CE59-4841-B6CC-3315526B9121}" type="parTrans" cxnId="{FE73146E-114F-42F6-930F-2AC2B2B4433B}">
      <dgm:prSet/>
      <dgm:spPr/>
      <dgm:t>
        <a:bodyPr/>
        <a:lstStyle/>
        <a:p>
          <a:endParaRPr lang="es-ES"/>
        </a:p>
      </dgm:t>
    </dgm:pt>
    <dgm:pt modelId="{BD375452-8105-4CDD-896E-E97DFE2FFF37}" type="sibTrans" cxnId="{FE73146E-114F-42F6-930F-2AC2B2B4433B}">
      <dgm:prSet/>
      <dgm:spPr/>
      <dgm:t>
        <a:bodyPr/>
        <a:lstStyle/>
        <a:p>
          <a:endParaRPr lang="es-ES"/>
        </a:p>
      </dgm:t>
    </dgm:pt>
    <dgm:pt modelId="{EF2E8F9D-C592-47C9-86FF-B37E698067E8}">
      <dgm:prSet phldrT="[Texto]" phldr="1"/>
      <dgm:spPr/>
      <dgm:t>
        <a:bodyPr/>
        <a:lstStyle/>
        <a:p>
          <a:endParaRPr lang="es-ES"/>
        </a:p>
      </dgm:t>
    </dgm:pt>
    <dgm:pt modelId="{DC30283F-F997-4A28-BA8A-2EC8BBDDF2C3}" type="parTrans" cxnId="{D11F0085-85DC-43ED-9D1E-07F316FB871C}">
      <dgm:prSet/>
      <dgm:spPr/>
      <dgm:t>
        <a:bodyPr/>
        <a:lstStyle/>
        <a:p>
          <a:endParaRPr lang="es-ES"/>
        </a:p>
      </dgm:t>
    </dgm:pt>
    <dgm:pt modelId="{B175F3C0-CB91-45E1-8373-7B92837A528F}" type="sibTrans" cxnId="{D11F0085-85DC-43ED-9D1E-07F316FB871C}">
      <dgm:prSet/>
      <dgm:spPr/>
      <dgm:t>
        <a:bodyPr/>
        <a:lstStyle/>
        <a:p>
          <a:endParaRPr lang="es-ES"/>
        </a:p>
      </dgm:t>
    </dgm:pt>
    <dgm:pt modelId="{831FCD2E-5CF8-42AA-A355-235EC9E1D672}">
      <dgm:prSet phldrT="[Texto]" phldr="1"/>
      <dgm:spPr/>
      <dgm:t>
        <a:bodyPr/>
        <a:lstStyle/>
        <a:p>
          <a:endParaRPr lang="es-ES"/>
        </a:p>
      </dgm:t>
    </dgm:pt>
    <dgm:pt modelId="{80BD0739-74C2-4627-8DD8-48B171555333}" type="parTrans" cxnId="{90B312C3-83D0-40B9-8111-4611BBC48A71}">
      <dgm:prSet/>
      <dgm:spPr/>
      <dgm:t>
        <a:bodyPr/>
        <a:lstStyle/>
        <a:p>
          <a:endParaRPr lang="es-ES"/>
        </a:p>
      </dgm:t>
    </dgm:pt>
    <dgm:pt modelId="{FF23330E-90A7-46EF-9DD2-6F12986D3146}" type="sibTrans" cxnId="{90B312C3-83D0-40B9-8111-4611BBC48A71}">
      <dgm:prSet/>
      <dgm:spPr/>
      <dgm:t>
        <a:bodyPr/>
        <a:lstStyle/>
        <a:p>
          <a:endParaRPr lang="es-ES"/>
        </a:p>
      </dgm:t>
    </dgm:pt>
    <dgm:pt modelId="{A7B25DAE-CBF5-4D63-B866-0142F9F1635C}">
      <dgm:prSet phldrT="[Texto]" phldr="1"/>
      <dgm:spPr/>
      <dgm:t>
        <a:bodyPr/>
        <a:lstStyle/>
        <a:p>
          <a:endParaRPr lang="es-ES"/>
        </a:p>
      </dgm:t>
    </dgm:pt>
    <dgm:pt modelId="{E42D344D-A7EF-427D-94B7-F9110E38230B}" type="parTrans" cxnId="{83FE50AB-886B-42C6-99B5-B59FAFF9553B}">
      <dgm:prSet/>
      <dgm:spPr/>
      <dgm:t>
        <a:bodyPr/>
        <a:lstStyle/>
        <a:p>
          <a:endParaRPr lang="es-ES"/>
        </a:p>
      </dgm:t>
    </dgm:pt>
    <dgm:pt modelId="{F70547F5-B251-4D73-B2CB-5556130BB763}" type="sibTrans" cxnId="{83FE50AB-886B-42C6-99B5-B59FAFF9553B}">
      <dgm:prSet/>
      <dgm:spPr/>
      <dgm:t>
        <a:bodyPr/>
        <a:lstStyle/>
        <a:p>
          <a:endParaRPr lang="es-ES"/>
        </a:p>
      </dgm:t>
    </dgm:pt>
    <dgm:pt modelId="{9EE16392-67C7-44EB-ABE6-2FEE8F0D3C16}">
      <dgm:prSet phldrT="[Texto]" phldr="1"/>
      <dgm:spPr/>
      <dgm:t>
        <a:bodyPr/>
        <a:lstStyle/>
        <a:p>
          <a:endParaRPr lang="es-ES"/>
        </a:p>
      </dgm:t>
    </dgm:pt>
    <dgm:pt modelId="{4661B10D-F2AE-46AD-8463-2A54E9CEB2BC}" type="parTrans" cxnId="{8C856959-80F0-4386-B6BA-C3BB89FE2680}">
      <dgm:prSet/>
      <dgm:spPr/>
      <dgm:t>
        <a:bodyPr/>
        <a:lstStyle/>
        <a:p>
          <a:endParaRPr lang="es-ES"/>
        </a:p>
      </dgm:t>
    </dgm:pt>
    <dgm:pt modelId="{501EC386-6088-4E71-8E28-95048821E50D}" type="sibTrans" cxnId="{8C856959-80F0-4386-B6BA-C3BB89FE2680}">
      <dgm:prSet/>
      <dgm:spPr/>
      <dgm:t>
        <a:bodyPr/>
        <a:lstStyle/>
        <a:p>
          <a:endParaRPr lang="es-ES"/>
        </a:p>
      </dgm:t>
    </dgm:pt>
    <dgm:pt modelId="{4E2EC60E-C93F-4B1E-BA97-146B3FFB21C2}">
      <dgm:prSet phldrT="[Texto]" phldr="1"/>
      <dgm:spPr/>
      <dgm:t>
        <a:bodyPr/>
        <a:lstStyle/>
        <a:p>
          <a:endParaRPr lang="es-ES" dirty="0"/>
        </a:p>
      </dgm:t>
    </dgm:pt>
    <dgm:pt modelId="{884F297A-28AE-4324-9E46-255B8C77EE89}" type="parTrans" cxnId="{3431F1C4-27FA-4200-BE5D-2A2C172F02F1}">
      <dgm:prSet/>
      <dgm:spPr/>
      <dgm:t>
        <a:bodyPr/>
        <a:lstStyle/>
        <a:p>
          <a:endParaRPr lang="es-ES"/>
        </a:p>
      </dgm:t>
    </dgm:pt>
    <dgm:pt modelId="{5AB0AD34-3FE3-46C5-AB3F-CFD87DD31559}" type="sibTrans" cxnId="{3431F1C4-27FA-4200-BE5D-2A2C172F02F1}">
      <dgm:prSet/>
      <dgm:spPr/>
      <dgm:t>
        <a:bodyPr/>
        <a:lstStyle/>
        <a:p>
          <a:endParaRPr lang="es-ES"/>
        </a:p>
      </dgm:t>
    </dgm:pt>
    <dgm:pt modelId="{5489647D-8609-4DB1-A044-810E35F16A2F}">
      <dgm:prSet phldrT="[Texto]" phldr="1"/>
      <dgm:spPr/>
      <dgm:t>
        <a:bodyPr/>
        <a:lstStyle/>
        <a:p>
          <a:endParaRPr lang="es-ES"/>
        </a:p>
      </dgm:t>
    </dgm:pt>
    <dgm:pt modelId="{A6E255CB-C90E-4984-A3CF-17B6C398738D}" type="parTrans" cxnId="{803DA74A-3F30-451F-9ADF-25A0A7F1F0B8}">
      <dgm:prSet/>
      <dgm:spPr/>
      <dgm:t>
        <a:bodyPr/>
        <a:lstStyle/>
        <a:p>
          <a:endParaRPr lang="es-ES"/>
        </a:p>
      </dgm:t>
    </dgm:pt>
    <dgm:pt modelId="{EEA6559D-3C9F-40A0-A542-1533DAFF3617}" type="sibTrans" cxnId="{803DA74A-3F30-451F-9ADF-25A0A7F1F0B8}">
      <dgm:prSet/>
      <dgm:spPr/>
      <dgm:t>
        <a:bodyPr/>
        <a:lstStyle/>
        <a:p>
          <a:endParaRPr lang="es-ES"/>
        </a:p>
      </dgm:t>
    </dgm:pt>
    <dgm:pt modelId="{DDEEF990-2B3F-4608-97E8-57BC271D9510}">
      <dgm:prSet phldrT="[Texto]" phldr="1"/>
      <dgm:spPr/>
      <dgm:t>
        <a:bodyPr/>
        <a:lstStyle/>
        <a:p>
          <a:endParaRPr lang="es-ES"/>
        </a:p>
      </dgm:t>
    </dgm:pt>
    <dgm:pt modelId="{3878D525-2ABE-436B-8F4B-9CB6C7C05D88}" type="parTrans" cxnId="{E1762969-65A8-444F-9239-DD730E9FB264}">
      <dgm:prSet/>
      <dgm:spPr/>
      <dgm:t>
        <a:bodyPr/>
        <a:lstStyle/>
        <a:p>
          <a:endParaRPr lang="es-ES"/>
        </a:p>
      </dgm:t>
    </dgm:pt>
    <dgm:pt modelId="{89598B70-D8F0-4688-8591-3EA2DB57D9CE}" type="sibTrans" cxnId="{E1762969-65A8-444F-9239-DD730E9FB264}">
      <dgm:prSet/>
      <dgm:spPr/>
      <dgm:t>
        <a:bodyPr/>
        <a:lstStyle/>
        <a:p>
          <a:endParaRPr lang="es-ES"/>
        </a:p>
      </dgm:t>
    </dgm:pt>
    <dgm:pt modelId="{7BE09E8B-6DA5-4BF3-B4B3-70D3DCCBED15}">
      <dgm:prSet phldrT="[Texto]" phldr="1"/>
      <dgm:spPr/>
      <dgm:t>
        <a:bodyPr/>
        <a:lstStyle/>
        <a:p>
          <a:endParaRPr lang="es-ES"/>
        </a:p>
      </dgm:t>
    </dgm:pt>
    <dgm:pt modelId="{65F64B5F-0F3B-482F-B136-5EA201BE4BCF}" type="parTrans" cxnId="{D4065AF3-AB1C-4C7A-A5CC-FC14F835D554}">
      <dgm:prSet/>
      <dgm:spPr/>
      <dgm:t>
        <a:bodyPr/>
        <a:lstStyle/>
        <a:p>
          <a:endParaRPr lang="es-ES"/>
        </a:p>
      </dgm:t>
    </dgm:pt>
    <dgm:pt modelId="{275A7F25-968A-4BCC-8D1C-51BA1ED022BC}" type="sibTrans" cxnId="{D4065AF3-AB1C-4C7A-A5CC-FC14F835D554}">
      <dgm:prSet/>
      <dgm:spPr/>
      <dgm:t>
        <a:bodyPr/>
        <a:lstStyle/>
        <a:p>
          <a:endParaRPr lang="es-ES"/>
        </a:p>
      </dgm:t>
    </dgm:pt>
    <dgm:pt modelId="{DE500C9E-9916-4352-9654-5797441D8D44}" type="pres">
      <dgm:prSet presAssocID="{32483F17-2D05-458A-B53D-20E265980965}" presName="theList" presStyleCnt="0">
        <dgm:presLayoutVars>
          <dgm:dir/>
          <dgm:animLvl val="lvl"/>
          <dgm:resizeHandles val="exact"/>
        </dgm:presLayoutVars>
      </dgm:prSet>
      <dgm:spPr/>
    </dgm:pt>
    <dgm:pt modelId="{0D97D97C-769C-4C6D-9B2A-093F6B34B223}" type="pres">
      <dgm:prSet presAssocID="{8BB5D399-88A7-4082-8EB5-DA3C88D09B83}" presName="compNode" presStyleCnt="0"/>
      <dgm:spPr/>
    </dgm:pt>
    <dgm:pt modelId="{9EB379EF-E82C-4F94-AE98-AC562628B356}" type="pres">
      <dgm:prSet presAssocID="{8BB5D399-88A7-4082-8EB5-DA3C88D09B83}" presName="aNode" presStyleLbl="bgShp" presStyleIdx="0" presStyleCnt="4"/>
      <dgm:spPr/>
    </dgm:pt>
    <dgm:pt modelId="{4EF4713C-FABA-429E-A6F3-4B260C5A71B3}" type="pres">
      <dgm:prSet presAssocID="{8BB5D399-88A7-4082-8EB5-DA3C88D09B83}" presName="textNode" presStyleLbl="bgShp" presStyleIdx="0" presStyleCnt="4"/>
      <dgm:spPr/>
    </dgm:pt>
    <dgm:pt modelId="{284A8315-9F23-410A-B21F-374CB8237080}" type="pres">
      <dgm:prSet presAssocID="{8BB5D399-88A7-4082-8EB5-DA3C88D09B83}" presName="compChildNode" presStyleCnt="0"/>
      <dgm:spPr/>
    </dgm:pt>
    <dgm:pt modelId="{81AE48F0-93E8-4A1B-A8CB-754F2470E4D7}" type="pres">
      <dgm:prSet presAssocID="{8BB5D399-88A7-4082-8EB5-DA3C88D09B83}" presName="theInnerList" presStyleCnt="0"/>
      <dgm:spPr/>
    </dgm:pt>
    <dgm:pt modelId="{59D5A43B-71C8-47CE-A698-94BDA2B89B59}" type="pres">
      <dgm:prSet presAssocID="{124796AE-E83E-4A5F-B411-F85D65ABE3E5}" presName="childNode" presStyleLbl="node1" presStyleIdx="0" presStyleCnt="6">
        <dgm:presLayoutVars>
          <dgm:bulletEnabled val="1"/>
        </dgm:presLayoutVars>
      </dgm:prSet>
      <dgm:spPr/>
    </dgm:pt>
    <dgm:pt modelId="{2A988C09-B8E0-4313-91C6-5A1A595CB167}" type="pres">
      <dgm:prSet presAssocID="{124796AE-E83E-4A5F-B411-F85D65ABE3E5}" presName="aSpace2" presStyleCnt="0"/>
      <dgm:spPr/>
    </dgm:pt>
    <dgm:pt modelId="{484DB0A1-EBC4-4696-8EED-943D97AF7D3C}" type="pres">
      <dgm:prSet presAssocID="{EF2E8F9D-C592-47C9-86FF-B37E698067E8}" presName="childNode" presStyleLbl="node1" presStyleIdx="1" presStyleCnt="6">
        <dgm:presLayoutVars>
          <dgm:bulletEnabled val="1"/>
        </dgm:presLayoutVars>
      </dgm:prSet>
      <dgm:spPr/>
    </dgm:pt>
    <dgm:pt modelId="{EB180E98-7979-4E63-AEF2-47C5190F37A2}" type="pres">
      <dgm:prSet presAssocID="{8BB5D399-88A7-4082-8EB5-DA3C88D09B83}" presName="aSpace" presStyleCnt="0"/>
      <dgm:spPr/>
    </dgm:pt>
    <dgm:pt modelId="{B2F38B0C-9F73-427A-8F44-5CA28F181C0E}" type="pres">
      <dgm:prSet presAssocID="{831FCD2E-5CF8-42AA-A355-235EC9E1D672}" presName="compNode" presStyleCnt="0"/>
      <dgm:spPr/>
    </dgm:pt>
    <dgm:pt modelId="{FA4EAB24-03E9-43EE-8071-4C30464894D9}" type="pres">
      <dgm:prSet presAssocID="{831FCD2E-5CF8-42AA-A355-235EC9E1D672}" presName="aNode" presStyleLbl="bgShp" presStyleIdx="1" presStyleCnt="4"/>
      <dgm:spPr/>
    </dgm:pt>
    <dgm:pt modelId="{3013425D-FC17-4A84-A57E-0E98A17CDC07}" type="pres">
      <dgm:prSet presAssocID="{831FCD2E-5CF8-42AA-A355-235EC9E1D672}" presName="textNode" presStyleLbl="bgShp" presStyleIdx="1" presStyleCnt="4"/>
      <dgm:spPr/>
    </dgm:pt>
    <dgm:pt modelId="{81C05136-612C-4060-9191-074A842F153F}" type="pres">
      <dgm:prSet presAssocID="{831FCD2E-5CF8-42AA-A355-235EC9E1D672}" presName="compChildNode" presStyleCnt="0"/>
      <dgm:spPr/>
    </dgm:pt>
    <dgm:pt modelId="{0849DAF7-321E-4F2B-8ADA-8A6F9D8B88B9}" type="pres">
      <dgm:prSet presAssocID="{831FCD2E-5CF8-42AA-A355-235EC9E1D672}" presName="theInnerList" presStyleCnt="0"/>
      <dgm:spPr/>
    </dgm:pt>
    <dgm:pt modelId="{F99192EC-7A03-4297-A4DB-599E97F17054}" type="pres">
      <dgm:prSet presAssocID="{A7B25DAE-CBF5-4D63-B866-0142F9F1635C}" presName="childNode" presStyleLbl="node1" presStyleIdx="2" presStyleCnt="6">
        <dgm:presLayoutVars>
          <dgm:bulletEnabled val="1"/>
        </dgm:presLayoutVars>
      </dgm:prSet>
      <dgm:spPr/>
    </dgm:pt>
    <dgm:pt modelId="{5BB6177E-DB05-4361-96F2-8DB1455B5F44}" type="pres">
      <dgm:prSet presAssocID="{A7B25DAE-CBF5-4D63-B866-0142F9F1635C}" presName="aSpace2" presStyleCnt="0"/>
      <dgm:spPr/>
    </dgm:pt>
    <dgm:pt modelId="{036E0B88-46C8-4384-9028-8EEB20C30F35}" type="pres">
      <dgm:prSet presAssocID="{9EE16392-67C7-44EB-ABE6-2FEE8F0D3C16}" presName="childNode" presStyleLbl="node1" presStyleIdx="3" presStyleCnt="6">
        <dgm:presLayoutVars>
          <dgm:bulletEnabled val="1"/>
        </dgm:presLayoutVars>
      </dgm:prSet>
      <dgm:spPr/>
    </dgm:pt>
    <dgm:pt modelId="{CFB48ACF-D9DA-41DE-A3DA-936D90D2CBC8}" type="pres">
      <dgm:prSet presAssocID="{831FCD2E-5CF8-42AA-A355-235EC9E1D672}" presName="aSpace" presStyleCnt="0"/>
      <dgm:spPr/>
    </dgm:pt>
    <dgm:pt modelId="{A9FCE748-F101-420B-B49E-2A9DA97EAA4B}" type="pres">
      <dgm:prSet presAssocID="{4E2EC60E-C93F-4B1E-BA97-146B3FFB21C2}" presName="compNode" presStyleCnt="0"/>
      <dgm:spPr/>
    </dgm:pt>
    <dgm:pt modelId="{2A55F3FB-54E5-411D-8F78-C748DB8F6025}" type="pres">
      <dgm:prSet presAssocID="{4E2EC60E-C93F-4B1E-BA97-146B3FFB21C2}" presName="aNode" presStyleLbl="bgShp" presStyleIdx="2" presStyleCnt="4"/>
      <dgm:spPr/>
    </dgm:pt>
    <dgm:pt modelId="{B0D24615-91EC-4CB1-868E-9B4ECFF57333}" type="pres">
      <dgm:prSet presAssocID="{4E2EC60E-C93F-4B1E-BA97-146B3FFB21C2}" presName="textNode" presStyleLbl="bgShp" presStyleIdx="2" presStyleCnt="4"/>
      <dgm:spPr/>
    </dgm:pt>
    <dgm:pt modelId="{7303A35A-2E5A-4940-A438-B26DD1AE79A5}" type="pres">
      <dgm:prSet presAssocID="{4E2EC60E-C93F-4B1E-BA97-146B3FFB21C2}" presName="compChildNode" presStyleCnt="0"/>
      <dgm:spPr/>
    </dgm:pt>
    <dgm:pt modelId="{38BC8277-A34B-4A38-A88E-EABE929655A8}" type="pres">
      <dgm:prSet presAssocID="{4E2EC60E-C93F-4B1E-BA97-146B3FFB21C2}" presName="theInnerList" presStyleCnt="0"/>
      <dgm:spPr/>
    </dgm:pt>
    <dgm:pt modelId="{228A5BD9-9396-4AEE-946A-FC0636A3A216}" type="pres">
      <dgm:prSet presAssocID="{5489647D-8609-4DB1-A044-810E35F16A2F}" presName="childNode" presStyleLbl="node1" presStyleIdx="4" presStyleCnt="6">
        <dgm:presLayoutVars>
          <dgm:bulletEnabled val="1"/>
        </dgm:presLayoutVars>
      </dgm:prSet>
      <dgm:spPr/>
    </dgm:pt>
    <dgm:pt modelId="{D922DB85-BD10-438B-9734-571B08B4E559}" type="pres">
      <dgm:prSet presAssocID="{5489647D-8609-4DB1-A044-810E35F16A2F}" presName="aSpace2" presStyleCnt="0"/>
      <dgm:spPr/>
    </dgm:pt>
    <dgm:pt modelId="{BBA8F544-A119-4691-83DE-9DB3E78D6EEB}" type="pres">
      <dgm:prSet presAssocID="{DDEEF990-2B3F-4608-97E8-57BC271D9510}" presName="childNode" presStyleLbl="node1" presStyleIdx="5" presStyleCnt="6">
        <dgm:presLayoutVars>
          <dgm:bulletEnabled val="1"/>
        </dgm:presLayoutVars>
      </dgm:prSet>
      <dgm:spPr/>
    </dgm:pt>
    <dgm:pt modelId="{C4C1BFBD-461C-421A-8984-9CBB9D0B6A8B}" type="pres">
      <dgm:prSet presAssocID="{4E2EC60E-C93F-4B1E-BA97-146B3FFB21C2}" presName="aSpace" presStyleCnt="0"/>
      <dgm:spPr/>
    </dgm:pt>
    <dgm:pt modelId="{5EA61A5B-FB64-405E-ABA0-0072FFFF7B2A}" type="pres">
      <dgm:prSet presAssocID="{7BE09E8B-6DA5-4BF3-B4B3-70D3DCCBED15}" presName="compNode" presStyleCnt="0"/>
      <dgm:spPr/>
    </dgm:pt>
    <dgm:pt modelId="{E55B6F9D-A601-4DD1-A9D6-76F101F03814}" type="pres">
      <dgm:prSet presAssocID="{7BE09E8B-6DA5-4BF3-B4B3-70D3DCCBED15}" presName="aNode" presStyleLbl="bgShp" presStyleIdx="3" presStyleCnt="4"/>
      <dgm:spPr/>
    </dgm:pt>
    <dgm:pt modelId="{724FF0B2-AB68-4637-BCBF-241418448336}" type="pres">
      <dgm:prSet presAssocID="{7BE09E8B-6DA5-4BF3-B4B3-70D3DCCBED15}" presName="textNode" presStyleLbl="bgShp" presStyleIdx="3" presStyleCnt="4"/>
      <dgm:spPr/>
    </dgm:pt>
    <dgm:pt modelId="{15929D1F-E249-4059-B2A4-2F67D999A70A}" type="pres">
      <dgm:prSet presAssocID="{7BE09E8B-6DA5-4BF3-B4B3-70D3DCCBED15}" presName="compChildNode" presStyleCnt="0"/>
      <dgm:spPr/>
    </dgm:pt>
    <dgm:pt modelId="{B6A17F7B-8A2F-43E7-B136-4128528C1170}" type="pres">
      <dgm:prSet presAssocID="{7BE09E8B-6DA5-4BF3-B4B3-70D3DCCBED15}" presName="theInnerList" presStyleCnt="0"/>
      <dgm:spPr/>
    </dgm:pt>
  </dgm:ptLst>
  <dgm:cxnLst>
    <dgm:cxn modelId="{8381D526-595E-4604-8502-2E2737C7E13C}" type="presOf" srcId="{8BB5D399-88A7-4082-8EB5-DA3C88D09B83}" destId="{9EB379EF-E82C-4F94-AE98-AC562628B356}" srcOrd="0" destOrd="0" presId="urn:microsoft.com/office/officeart/2005/8/layout/lProcess2"/>
    <dgm:cxn modelId="{FE73146E-114F-42F6-930F-2AC2B2B4433B}" srcId="{8BB5D399-88A7-4082-8EB5-DA3C88D09B83}" destId="{124796AE-E83E-4A5F-B411-F85D65ABE3E5}" srcOrd="0" destOrd="0" parTransId="{CF6D6C4C-CE59-4841-B6CC-3315526B9121}" sibTransId="{BD375452-8105-4CDD-896E-E97DFE2FFF37}"/>
    <dgm:cxn modelId="{7A7EF4E7-8315-4A76-A1FA-8910ED31E657}" type="presOf" srcId="{7BE09E8B-6DA5-4BF3-B4B3-70D3DCCBED15}" destId="{E55B6F9D-A601-4DD1-A9D6-76F101F03814}" srcOrd="0" destOrd="0" presId="urn:microsoft.com/office/officeart/2005/8/layout/lProcess2"/>
    <dgm:cxn modelId="{E1762969-65A8-444F-9239-DD730E9FB264}" srcId="{4E2EC60E-C93F-4B1E-BA97-146B3FFB21C2}" destId="{DDEEF990-2B3F-4608-97E8-57BC271D9510}" srcOrd="1" destOrd="0" parTransId="{3878D525-2ABE-436B-8F4B-9CB6C7C05D88}" sibTransId="{89598B70-D8F0-4688-8591-3EA2DB57D9CE}"/>
    <dgm:cxn modelId="{A48D46C5-A238-454E-A037-74BAFB9FFC25}" type="presOf" srcId="{32483F17-2D05-458A-B53D-20E265980965}" destId="{DE500C9E-9916-4352-9654-5797441D8D44}" srcOrd="0" destOrd="0" presId="urn:microsoft.com/office/officeart/2005/8/layout/lProcess2"/>
    <dgm:cxn modelId="{6F3F197C-D51B-4AE1-A08B-64BA1FF1677E}" type="presOf" srcId="{8BB5D399-88A7-4082-8EB5-DA3C88D09B83}" destId="{4EF4713C-FABA-429E-A6F3-4B260C5A71B3}" srcOrd="1" destOrd="0" presId="urn:microsoft.com/office/officeart/2005/8/layout/lProcess2"/>
    <dgm:cxn modelId="{8496D976-897C-4731-8118-685703E6BB73}" type="presOf" srcId="{DDEEF990-2B3F-4608-97E8-57BC271D9510}" destId="{BBA8F544-A119-4691-83DE-9DB3E78D6EEB}" srcOrd="0" destOrd="0" presId="urn:microsoft.com/office/officeart/2005/8/layout/lProcess2"/>
    <dgm:cxn modelId="{3473B4CE-CA78-4EAC-AEB9-6921A53FD081}" type="presOf" srcId="{7BE09E8B-6DA5-4BF3-B4B3-70D3DCCBED15}" destId="{724FF0B2-AB68-4637-BCBF-241418448336}" srcOrd="1" destOrd="0" presId="urn:microsoft.com/office/officeart/2005/8/layout/lProcess2"/>
    <dgm:cxn modelId="{3431F1C4-27FA-4200-BE5D-2A2C172F02F1}" srcId="{32483F17-2D05-458A-B53D-20E265980965}" destId="{4E2EC60E-C93F-4B1E-BA97-146B3FFB21C2}" srcOrd="2" destOrd="0" parTransId="{884F297A-28AE-4324-9E46-255B8C77EE89}" sibTransId="{5AB0AD34-3FE3-46C5-AB3F-CFD87DD31559}"/>
    <dgm:cxn modelId="{803DA74A-3F30-451F-9ADF-25A0A7F1F0B8}" srcId="{4E2EC60E-C93F-4B1E-BA97-146B3FFB21C2}" destId="{5489647D-8609-4DB1-A044-810E35F16A2F}" srcOrd="0" destOrd="0" parTransId="{A6E255CB-C90E-4984-A3CF-17B6C398738D}" sibTransId="{EEA6559D-3C9F-40A0-A542-1533DAFF3617}"/>
    <dgm:cxn modelId="{D4065AF3-AB1C-4C7A-A5CC-FC14F835D554}" srcId="{32483F17-2D05-458A-B53D-20E265980965}" destId="{7BE09E8B-6DA5-4BF3-B4B3-70D3DCCBED15}" srcOrd="3" destOrd="0" parTransId="{65F64B5F-0F3B-482F-B136-5EA201BE4BCF}" sibTransId="{275A7F25-968A-4BCC-8D1C-51BA1ED022BC}"/>
    <dgm:cxn modelId="{C064DECC-C250-4656-BDE9-0769EE03EEDE}" type="presOf" srcId="{4E2EC60E-C93F-4B1E-BA97-146B3FFB21C2}" destId="{2A55F3FB-54E5-411D-8F78-C748DB8F6025}" srcOrd="0" destOrd="0" presId="urn:microsoft.com/office/officeart/2005/8/layout/lProcess2"/>
    <dgm:cxn modelId="{32CE003E-697E-4D35-9236-D40239BEC3A0}" type="presOf" srcId="{124796AE-E83E-4A5F-B411-F85D65ABE3E5}" destId="{59D5A43B-71C8-47CE-A698-94BDA2B89B59}" srcOrd="0" destOrd="0" presId="urn:microsoft.com/office/officeart/2005/8/layout/lProcess2"/>
    <dgm:cxn modelId="{FB26DA83-7A9E-49A0-862B-0160702A73D3}" type="presOf" srcId="{5489647D-8609-4DB1-A044-810E35F16A2F}" destId="{228A5BD9-9396-4AEE-946A-FC0636A3A216}" srcOrd="0" destOrd="0" presId="urn:microsoft.com/office/officeart/2005/8/layout/lProcess2"/>
    <dgm:cxn modelId="{B414D105-0115-4CCB-96E1-3D7848BEF12E}" type="presOf" srcId="{EF2E8F9D-C592-47C9-86FF-B37E698067E8}" destId="{484DB0A1-EBC4-4696-8EED-943D97AF7D3C}" srcOrd="0" destOrd="0" presId="urn:microsoft.com/office/officeart/2005/8/layout/lProcess2"/>
    <dgm:cxn modelId="{83FE50AB-886B-42C6-99B5-B59FAFF9553B}" srcId="{831FCD2E-5CF8-42AA-A355-235EC9E1D672}" destId="{A7B25DAE-CBF5-4D63-B866-0142F9F1635C}" srcOrd="0" destOrd="0" parTransId="{E42D344D-A7EF-427D-94B7-F9110E38230B}" sibTransId="{F70547F5-B251-4D73-B2CB-5556130BB763}"/>
    <dgm:cxn modelId="{9D27A7B8-89C2-4BF6-92C8-E9E1C4330DF2}" type="presOf" srcId="{9EE16392-67C7-44EB-ABE6-2FEE8F0D3C16}" destId="{036E0B88-46C8-4384-9028-8EEB20C30F35}" srcOrd="0" destOrd="0" presId="urn:microsoft.com/office/officeart/2005/8/layout/lProcess2"/>
    <dgm:cxn modelId="{3977F723-8088-4DCA-B953-DC26547F78A3}" srcId="{32483F17-2D05-458A-B53D-20E265980965}" destId="{8BB5D399-88A7-4082-8EB5-DA3C88D09B83}" srcOrd="0" destOrd="0" parTransId="{BEEB7BE6-94DF-4BA0-8621-4B052585C932}" sibTransId="{D26256C0-A39E-4632-9751-A6B3B148918C}"/>
    <dgm:cxn modelId="{7BF6EFDA-2DD0-46DE-8B26-A889D366D373}" type="presOf" srcId="{831FCD2E-5CF8-42AA-A355-235EC9E1D672}" destId="{FA4EAB24-03E9-43EE-8071-4C30464894D9}" srcOrd="0" destOrd="0" presId="urn:microsoft.com/office/officeart/2005/8/layout/lProcess2"/>
    <dgm:cxn modelId="{A1823149-5900-4E20-8A57-3805BFE74C94}" type="presOf" srcId="{4E2EC60E-C93F-4B1E-BA97-146B3FFB21C2}" destId="{B0D24615-91EC-4CB1-868E-9B4ECFF57333}" srcOrd="1" destOrd="0" presId="urn:microsoft.com/office/officeart/2005/8/layout/lProcess2"/>
    <dgm:cxn modelId="{8C856959-80F0-4386-B6BA-C3BB89FE2680}" srcId="{831FCD2E-5CF8-42AA-A355-235EC9E1D672}" destId="{9EE16392-67C7-44EB-ABE6-2FEE8F0D3C16}" srcOrd="1" destOrd="0" parTransId="{4661B10D-F2AE-46AD-8463-2A54E9CEB2BC}" sibTransId="{501EC386-6088-4E71-8E28-95048821E50D}"/>
    <dgm:cxn modelId="{F308DBA8-E385-4685-8A10-529E50A42CE2}" type="presOf" srcId="{831FCD2E-5CF8-42AA-A355-235EC9E1D672}" destId="{3013425D-FC17-4A84-A57E-0E98A17CDC07}" srcOrd="1" destOrd="0" presId="urn:microsoft.com/office/officeart/2005/8/layout/lProcess2"/>
    <dgm:cxn modelId="{90B312C3-83D0-40B9-8111-4611BBC48A71}" srcId="{32483F17-2D05-458A-B53D-20E265980965}" destId="{831FCD2E-5CF8-42AA-A355-235EC9E1D672}" srcOrd="1" destOrd="0" parTransId="{80BD0739-74C2-4627-8DD8-48B171555333}" sibTransId="{FF23330E-90A7-46EF-9DD2-6F12986D3146}"/>
    <dgm:cxn modelId="{D11F0085-85DC-43ED-9D1E-07F316FB871C}" srcId="{8BB5D399-88A7-4082-8EB5-DA3C88D09B83}" destId="{EF2E8F9D-C592-47C9-86FF-B37E698067E8}" srcOrd="1" destOrd="0" parTransId="{DC30283F-F997-4A28-BA8A-2EC8BBDDF2C3}" sibTransId="{B175F3C0-CB91-45E1-8373-7B92837A528F}"/>
    <dgm:cxn modelId="{C4ACD074-85C1-440E-9F50-B6EAC7A35469}" type="presOf" srcId="{A7B25DAE-CBF5-4D63-B866-0142F9F1635C}" destId="{F99192EC-7A03-4297-A4DB-599E97F17054}" srcOrd="0" destOrd="0" presId="urn:microsoft.com/office/officeart/2005/8/layout/lProcess2"/>
    <dgm:cxn modelId="{FE2DEA11-3AD9-495C-AD0E-A21E8599BAD3}" type="presParOf" srcId="{DE500C9E-9916-4352-9654-5797441D8D44}" destId="{0D97D97C-769C-4C6D-9B2A-093F6B34B223}" srcOrd="0" destOrd="0" presId="urn:microsoft.com/office/officeart/2005/8/layout/lProcess2"/>
    <dgm:cxn modelId="{DCB3440B-49CE-4FDF-8B4E-1888613331F1}" type="presParOf" srcId="{0D97D97C-769C-4C6D-9B2A-093F6B34B223}" destId="{9EB379EF-E82C-4F94-AE98-AC562628B356}" srcOrd="0" destOrd="0" presId="urn:microsoft.com/office/officeart/2005/8/layout/lProcess2"/>
    <dgm:cxn modelId="{5F1A413C-902D-42B6-AF66-0047E81A4776}" type="presParOf" srcId="{0D97D97C-769C-4C6D-9B2A-093F6B34B223}" destId="{4EF4713C-FABA-429E-A6F3-4B260C5A71B3}" srcOrd="1" destOrd="0" presId="urn:microsoft.com/office/officeart/2005/8/layout/lProcess2"/>
    <dgm:cxn modelId="{9C333B87-1010-4F81-ADBD-C6CE6CBA04A0}" type="presParOf" srcId="{0D97D97C-769C-4C6D-9B2A-093F6B34B223}" destId="{284A8315-9F23-410A-B21F-374CB8237080}" srcOrd="2" destOrd="0" presId="urn:microsoft.com/office/officeart/2005/8/layout/lProcess2"/>
    <dgm:cxn modelId="{3AB90637-A8AC-49B2-B5F7-4C9B6A69285B}" type="presParOf" srcId="{284A8315-9F23-410A-B21F-374CB8237080}" destId="{81AE48F0-93E8-4A1B-A8CB-754F2470E4D7}" srcOrd="0" destOrd="0" presId="urn:microsoft.com/office/officeart/2005/8/layout/lProcess2"/>
    <dgm:cxn modelId="{1294496F-523B-4772-A58A-1D5D6C2ECB59}" type="presParOf" srcId="{81AE48F0-93E8-4A1B-A8CB-754F2470E4D7}" destId="{59D5A43B-71C8-47CE-A698-94BDA2B89B59}" srcOrd="0" destOrd="0" presId="urn:microsoft.com/office/officeart/2005/8/layout/lProcess2"/>
    <dgm:cxn modelId="{5516BC4C-3227-4C6E-9030-7EFB9624E093}" type="presParOf" srcId="{81AE48F0-93E8-4A1B-A8CB-754F2470E4D7}" destId="{2A988C09-B8E0-4313-91C6-5A1A595CB167}" srcOrd="1" destOrd="0" presId="urn:microsoft.com/office/officeart/2005/8/layout/lProcess2"/>
    <dgm:cxn modelId="{C355D0BB-FDE6-422E-A8BF-ACBE84D6EAFB}" type="presParOf" srcId="{81AE48F0-93E8-4A1B-A8CB-754F2470E4D7}" destId="{484DB0A1-EBC4-4696-8EED-943D97AF7D3C}" srcOrd="2" destOrd="0" presId="urn:microsoft.com/office/officeart/2005/8/layout/lProcess2"/>
    <dgm:cxn modelId="{11DC1A18-F899-4F4F-B30C-98C22C1F91E6}" type="presParOf" srcId="{DE500C9E-9916-4352-9654-5797441D8D44}" destId="{EB180E98-7979-4E63-AEF2-47C5190F37A2}" srcOrd="1" destOrd="0" presId="urn:microsoft.com/office/officeart/2005/8/layout/lProcess2"/>
    <dgm:cxn modelId="{93F2CE31-A6F1-4332-BA14-84D8A4B1B378}" type="presParOf" srcId="{DE500C9E-9916-4352-9654-5797441D8D44}" destId="{B2F38B0C-9F73-427A-8F44-5CA28F181C0E}" srcOrd="2" destOrd="0" presId="urn:microsoft.com/office/officeart/2005/8/layout/lProcess2"/>
    <dgm:cxn modelId="{421F497D-FFB3-404E-8691-DC70CA699B93}" type="presParOf" srcId="{B2F38B0C-9F73-427A-8F44-5CA28F181C0E}" destId="{FA4EAB24-03E9-43EE-8071-4C30464894D9}" srcOrd="0" destOrd="0" presId="urn:microsoft.com/office/officeart/2005/8/layout/lProcess2"/>
    <dgm:cxn modelId="{F5AF1732-FE53-4D7A-A563-4113BB4C38F3}" type="presParOf" srcId="{B2F38B0C-9F73-427A-8F44-5CA28F181C0E}" destId="{3013425D-FC17-4A84-A57E-0E98A17CDC07}" srcOrd="1" destOrd="0" presId="urn:microsoft.com/office/officeart/2005/8/layout/lProcess2"/>
    <dgm:cxn modelId="{56115342-4170-4D65-BEE8-A4A880DD9465}" type="presParOf" srcId="{B2F38B0C-9F73-427A-8F44-5CA28F181C0E}" destId="{81C05136-612C-4060-9191-074A842F153F}" srcOrd="2" destOrd="0" presId="urn:microsoft.com/office/officeart/2005/8/layout/lProcess2"/>
    <dgm:cxn modelId="{5F7DED7E-D264-4247-82A6-0B0EA3ABF6AD}" type="presParOf" srcId="{81C05136-612C-4060-9191-074A842F153F}" destId="{0849DAF7-321E-4F2B-8ADA-8A6F9D8B88B9}" srcOrd="0" destOrd="0" presId="urn:microsoft.com/office/officeart/2005/8/layout/lProcess2"/>
    <dgm:cxn modelId="{58B70203-D960-41D5-B423-022C7B13DA0C}" type="presParOf" srcId="{0849DAF7-321E-4F2B-8ADA-8A6F9D8B88B9}" destId="{F99192EC-7A03-4297-A4DB-599E97F17054}" srcOrd="0" destOrd="0" presId="urn:microsoft.com/office/officeart/2005/8/layout/lProcess2"/>
    <dgm:cxn modelId="{12C26FBF-942E-4577-8CF2-82DB52A4FF95}" type="presParOf" srcId="{0849DAF7-321E-4F2B-8ADA-8A6F9D8B88B9}" destId="{5BB6177E-DB05-4361-96F2-8DB1455B5F44}" srcOrd="1" destOrd="0" presId="urn:microsoft.com/office/officeart/2005/8/layout/lProcess2"/>
    <dgm:cxn modelId="{73177682-83B9-4023-8611-23757FE82F60}" type="presParOf" srcId="{0849DAF7-321E-4F2B-8ADA-8A6F9D8B88B9}" destId="{036E0B88-46C8-4384-9028-8EEB20C30F35}" srcOrd="2" destOrd="0" presId="urn:microsoft.com/office/officeart/2005/8/layout/lProcess2"/>
    <dgm:cxn modelId="{7B4A9E06-FE1B-487E-AA3E-65AC98182EC9}" type="presParOf" srcId="{DE500C9E-9916-4352-9654-5797441D8D44}" destId="{CFB48ACF-D9DA-41DE-A3DA-936D90D2CBC8}" srcOrd="3" destOrd="0" presId="urn:microsoft.com/office/officeart/2005/8/layout/lProcess2"/>
    <dgm:cxn modelId="{ABB81F26-910A-4E91-B3A2-BF15AF637D5E}" type="presParOf" srcId="{DE500C9E-9916-4352-9654-5797441D8D44}" destId="{A9FCE748-F101-420B-B49E-2A9DA97EAA4B}" srcOrd="4" destOrd="0" presId="urn:microsoft.com/office/officeart/2005/8/layout/lProcess2"/>
    <dgm:cxn modelId="{DDD02F8E-E8E6-4EAC-9D51-EEDA156DEE4F}" type="presParOf" srcId="{A9FCE748-F101-420B-B49E-2A9DA97EAA4B}" destId="{2A55F3FB-54E5-411D-8F78-C748DB8F6025}" srcOrd="0" destOrd="0" presId="urn:microsoft.com/office/officeart/2005/8/layout/lProcess2"/>
    <dgm:cxn modelId="{E67B7766-7849-4CC3-A011-ED1F1CECCECE}" type="presParOf" srcId="{A9FCE748-F101-420B-B49E-2A9DA97EAA4B}" destId="{B0D24615-91EC-4CB1-868E-9B4ECFF57333}" srcOrd="1" destOrd="0" presId="urn:microsoft.com/office/officeart/2005/8/layout/lProcess2"/>
    <dgm:cxn modelId="{256D14C0-6547-449B-8AE4-9EBC97FA112C}" type="presParOf" srcId="{A9FCE748-F101-420B-B49E-2A9DA97EAA4B}" destId="{7303A35A-2E5A-4940-A438-B26DD1AE79A5}" srcOrd="2" destOrd="0" presId="urn:microsoft.com/office/officeart/2005/8/layout/lProcess2"/>
    <dgm:cxn modelId="{48EA6CEC-3017-418D-A45C-214C2DB19182}" type="presParOf" srcId="{7303A35A-2E5A-4940-A438-B26DD1AE79A5}" destId="{38BC8277-A34B-4A38-A88E-EABE929655A8}" srcOrd="0" destOrd="0" presId="urn:microsoft.com/office/officeart/2005/8/layout/lProcess2"/>
    <dgm:cxn modelId="{552CAB29-F029-43F5-A42B-BF40C8CAE0F1}" type="presParOf" srcId="{38BC8277-A34B-4A38-A88E-EABE929655A8}" destId="{228A5BD9-9396-4AEE-946A-FC0636A3A216}" srcOrd="0" destOrd="0" presId="urn:microsoft.com/office/officeart/2005/8/layout/lProcess2"/>
    <dgm:cxn modelId="{606D8932-69CD-4CF8-B80E-896109A052EA}" type="presParOf" srcId="{38BC8277-A34B-4A38-A88E-EABE929655A8}" destId="{D922DB85-BD10-438B-9734-571B08B4E559}" srcOrd="1" destOrd="0" presId="urn:microsoft.com/office/officeart/2005/8/layout/lProcess2"/>
    <dgm:cxn modelId="{B6B12267-432D-49FB-8E0C-F99E9434D2E7}" type="presParOf" srcId="{38BC8277-A34B-4A38-A88E-EABE929655A8}" destId="{BBA8F544-A119-4691-83DE-9DB3E78D6EEB}" srcOrd="2" destOrd="0" presId="urn:microsoft.com/office/officeart/2005/8/layout/lProcess2"/>
    <dgm:cxn modelId="{AA497AED-6742-44AA-9731-8D0CB76C59C7}" type="presParOf" srcId="{DE500C9E-9916-4352-9654-5797441D8D44}" destId="{C4C1BFBD-461C-421A-8984-9CBB9D0B6A8B}" srcOrd="5" destOrd="0" presId="urn:microsoft.com/office/officeart/2005/8/layout/lProcess2"/>
    <dgm:cxn modelId="{DC619014-28CC-49E0-ABA9-B5991CFC3DD2}" type="presParOf" srcId="{DE500C9E-9916-4352-9654-5797441D8D44}" destId="{5EA61A5B-FB64-405E-ABA0-0072FFFF7B2A}" srcOrd="6" destOrd="0" presId="urn:microsoft.com/office/officeart/2005/8/layout/lProcess2"/>
    <dgm:cxn modelId="{B4E0E085-70BB-4474-AE3E-9F9E21CA2A3B}" type="presParOf" srcId="{5EA61A5B-FB64-405E-ABA0-0072FFFF7B2A}" destId="{E55B6F9D-A601-4DD1-A9D6-76F101F03814}" srcOrd="0" destOrd="0" presId="urn:microsoft.com/office/officeart/2005/8/layout/lProcess2"/>
    <dgm:cxn modelId="{FE051AF1-D259-4A47-8920-168228DEB84C}" type="presParOf" srcId="{5EA61A5B-FB64-405E-ABA0-0072FFFF7B2A}" destId="{724FF0B2-AB68-4637-BCBF-241418448336}" srcOrd="1" destOrd="0" presId="urn:microsoft.com/office/officeart/2005/8/layout/lProcess2"/>
    <dgm:cxn modelId="{1E8C3C6A-8D50-4B4E-8CB1-B04E3135315D}" type="presParOf" srcId="{5EA61A5B-FB64-405E-ABA0-0072FFFF7B2A}" destId="{15929D1F-E249-4059-B2A4-2F67D999A70A}" srcOrd="2" destOrd="0" presId="urn:microsoft.com/office/officeart/2005/8/layout/lProcess2"/>
    <dgm:cxn modelId="{C8863FBA-D190-428A-B3AD-F9500CA294C3}" type="presParOf" srcId="{15929D1F-E249-4059-B2A4-2F67D999A70A}" destId="{B6A17F7B-8A2F-43E7-B136-4128528C1170}" srcOrd="0" destOrd="0" presId="urn:microsoft.com/office/officeart/2005/8/layout/lProcess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B379EF-E82C-4F94-AE98-AC562628B356}">
      <dsp:nvSpPr>
        <dsp:cNvPr id="0" name=""/>
        <dsp:cNvSpPr/>
      </dsp:nvSpPr>
      <dsp:spPr>
        <a:xfrm>
          <a:off x="1865" y="0"/>
          <a:ext cx="1830183" cy="509204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endParaRPr lang="es-ES" sz="4000" kern="1200"/>
        </a:p>
      </dsp:txBody>
      <dsp:txXfrm>
        <a:off x="1865" y="0"/>
        <a:ext cx="1830183" cy="1527614"/>
      </dsp:txXfrm>
    </dsp:sp>
    <dsp:sp modelId="{59D5A43B-71C8-47CE-A698-94BDA2B89B59}">
      <dsp:nvSpPr>
        <dsp:cNvPr id="0" name=""/>
        <dsp:cNvSpPr/>
      </dsp:nvSpPr>
      <dsp:spPr>
        <a:xfrm>
          <a:off x="184883" y="1529106"/>
          <a:ext cx="1464146" cy="153532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1280" tIns="60960" rIns="81280" bIns="60960" numCol="1" spcCol="1270" anchor="ctr" anchorCtr="0">
          <a:noAutofit/>
        </a:bodyPr>
        <a:lstStyle/>
        <a:p>
          <a:pPr lvl="0" algn="ctr" defTabSz="1422400">
            <a:lnSpc>
              <a:spcPct val="90000"/>
            </a:lnSpc>
            <a:spcBef>
              <a:spcPct val="0"/>
            </a:spcBef>
            <a:spcAft>
              <a:spcPct val="35000"/>
            </a:spcAft>
          </a:pPr>
          <a:endParaRPr lang="es-ES" sz="3200" kern="1200"/>
        </a:p>
      </dsp:txBody>
      <dsp:txXfrm>
        <a:off x="227766" y="1571989"/>
        <a:ext cx="1378380" cy="1449556"/>
      </dsp:txXfrm>
    </dsp:sp>
    <dsp:sp modelId="{484DB0A1-EBC4-4696-8EED-943D97AF7D3C}">
      <dsp:nvSpPr>
        <dsp:cNvPr id="0" name=""/>
        <dsp:cNvSpPr/>
      </dsp:nvSpPr>
      <dsp:spPr>
        <a:xfrm>
          <a:off x="184883" y="3300631"/>
          <a:ext cx="1464146" cy="153532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1280" tIns="60960" rIns="81280" bIns="60960" numCol="1" spcCol="1270" anchor="ctr" anchorCtr="0">
          <a:noAutofit/>
        </a:bodyPr>
        <a:lstStyle/>
        <a:p>
          <a:pPr lvl="0" algn="ctr" defTabSz="1422400">
            <a:lnSpc>
              <a:spcPct val="90000"/>
            </a:lnSpc>
            <a:spcBef>
              <a:spcPct val="0"/>
            </a:spcBef>
            <a:spcAft>
              <a:spcPct val="35000"/>
            </a:spcAft>
          </a:pPr>
          <a:endParaRPr lang="es-ES" sz="3200" kern="1200"/>
        </a:p>
      </dsp:txBody>
      <dsp:txXfrm>
        <a:off x="227766" y="3343514"/>
        <a:ext cx="1378380" cy="1449556"/>
      </dsp:txXfrm>
    </dsp:sp>
    <dsp:sp modelId="{FA4EAB24-03E9-43EE-8071-4C30464894D9}">
      <dsp:nvSpPr>
        <dsp:cNvPr id="0" name=""/>
        <dsp:cNvSpPr/>
      </dsp:nvSpPr>
      <dsp:spPr>
        <a:xfrm>
          <a:off x="1969311" y="0"/>
          <a:ext cx="1830183" cy="509204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endParaRPr lang="es-ES" sz="4000" kern="1200"/>
        </a:p>
      </dsp:txBody>
      <dsp:txXfrm>
        <a:off x="1969311" y="0"/>
        <a:ext cx="1830183" cy="1527614"/>
      </dsp:txXfrm>
    </dsp:sp>
    <dsp:sp modelId="{F99192EC-7A03-4297-A4DB-599E97F17054}">
      <dsp:nvSpPr>
        <dsp:cNvPr id="0" name=""/>
        <dsp:cNvSpPr/>
      </dsp:nvSpPr>
      <dsp:spPr>
        <a:xfrm>
          <a:off x="2152330" y="1529106"/>
          <a:ext cx="1464146" cy="153532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1280" tIns="60960" rIns="81280" bIns="60960" numCol="1" spcCol="1270" anchor="ctr" anchorCtr="0">
          <a:noAutofit/>
        </a:bodyPr>
        <a:lstStyle/>
        <a:p>
          <a:pPr lvl="0" algn="ctr" defTabSz="1422400">
            <a:lnSpc>
              <a:spcPct val="90000"/>
            </a:lnSpc>
            <a:spcBef>
              <a:spcPct val="0"/>
            </a:spcBef>
            <a:spcAft>
              <a:spcPct val="35000"/>
            </a:spcAft>
          </a:pPr>
          <a:endParaRPr lang="es-ES" sz="3200" kern="1200"/>
        </a:p>
      </dsp:txBody>
      <dsp:txXfrm>
        <a:off x="2195213" y="1571989"/>
        <a:ext cx="1378380" cy="1449556"/>
      </dsp:txXfrm>
    </dsp:sp>
    <dsp:sp modelId="{036E0B88-46C8-4384-9028-8EEB20C30F35}">
      <dsp:nvSpPr>
        <dsp:cNvPr id="0" name=""/>
        <dsp:cNvSpPr/>
      </dsp:nvSpPr>
      <dsp:spPr>
        <a:xfrm>
          <a:off x="2152330" y="3300631"/>
          <a:ext cx="1464146" cy="153532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1280" tIns="60960" rIns="81280" bIns="60960" numCol="1" spcCol="1270" anchor="ctr" anchorCtr="0">
          <a:noAutofit/>
        </a:bodyPr>
        <a:lstStyle/>
        <a:p>
          <a:pPr lvl="0" algn="ctr" defTabSz="1422400">
            <a:lnSpc>
              <a:spcPct val="90000"/>
            </a:lnSpc>
            <a:spcBef>
              <a:spcPct val="0"/>
            </a:spcBef>
            <a:spcAft>
              <a:spcPct val="35000"/>
            </a:spcAft>
          </a:pPr>
          <a:endParaRPr lang="es-ES" sz="3200" kern="1200"/>
        </a:p>
      </dsp:txBody>
      <dsp:txXfrm>
        <a:off x="2195213" y="3343514"/>
        <a:ext cx="1378380" cy="1449556"/>
      </dsp:txXfrm>
    </dsp:sp>
    <dsp:sp modelId="{2A55F3FB-54E5-411D-8F78-C748DB8F6025}">
      <dsp:nvSpPr>
        <dsp:cNvPr id="0" name=""/>
        <dsp:cNvSpPr/>
      </dsp:nvSpPr>
      <dsp:spPr>
        <a:xfrm>
          <a:off x="3936758" y="0"/>
          <a:ext cx="1830183" cy="509204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endParaRPr lang="es-ES" sz="4000" kern="1200"/>
        </a:p>
      </dsp:txBody>
      <dsp:txXfrm>
        <a:off x="3936758" y="0"/>
        <a:ext cx="1830183" cy="1527614"/>
      </dsp:txXfrm>
    </dsp:sp>
    <dsp:sp modelId="{228A5BD9-9396-4AEE-946A-FC0636A3A216}">
      <dsp:nvSpPr>
        <dsp:cNvPr id="0" name=""/>
        <dsp:cNvSpPr/>
      </dsp:nvSpPr>
      <dsp:spPr>
        <a:xfrm>
          <a:off x="4119777" y="1529106"/>
          <a:ext cx="1464146" cy="153532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1280" tIns="60960" rIns="81280" bIns="60960" numCol="1" spcCol="1270" anchor="ctr" anchorCtr="0">
          <a:noAutofit/>
        </a:bodyPr>
        <a:lstStyle/>
        <a:p>
          <a:pPr lvl="0" algn="ctr" defTabSz="1422400">
            <a:lnSpc>
              <a:spcPct val="90000"/>
            </a:lnSpc>
            <a:spcBef>
              <a:spcPct val="0"/>
            </a:spcBef>
            <a:spcAft>
              <a:spcPct val="35000"/>
            </a:spcAft>
          </a:pPr>
          <a:endParaRPr lang="es-ES" sz="3200" kern="1200"/>
        </a:p>
      </dsp:txBody>
      <dsp:txXfrm>
        <a:off x="4162660" y="1571989"/>
        <a:ext cx="1378380" cy="1449556"/>
      </dsp:txXfrm>
    </dsp:sp>
    <dsp:sp modelId="{BBA8F544-A119-4691-83DE-9DB3E78D6EEB}">
      <dsp:nvSpPr>
        <dsp:cNvPr id="0" name=""/>
        <dsp:cNvSpPr/>
      </dsp:nvSpPr>
      <dsp:spPr>
        <a:xfrm>
          <a:off x="4119777" y="3300631"/>
          <a:ext cx="1464146" cy="153532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1280" tIns="60960" rIns="81280" bIns="60960" numCol="1" spcCol="1270" anchor="ctr" anchorCtr="0">
          <a:noAutofit/>
        </a:bodyPr>
        <a:lstStyle/>
        <a:p>
          <a:pPr lvl="0" algn="ctr" defTabSz="1422400">
            <a:lnSpc>
              <a:spcPct val="90000"/>
            </a:lnSpc>
            <a:spcBef>
              <a:spcPct val="0"/>
            </a:spcBef>
            <a:spcAft>
              <a:spcPct val="35000"/>
            </a:spcAft>
          </a:pPr>
          <a:endParaRPr lang="es-ES" sz="3200" kern="1200"/>
        </a:p>
      </dsp:txBody>
      <dsp:txXfrm>
        <a:off x="4162660" y="3343514"/>
        <a:ext cx="1378380" cy="1449556"/>
      </dsp:txXfrm>
    </dsp:sp>
    <dsp:sp modelId="{E55B6F9D-A601-4DD1-A9D6-76F101F03814}">
      <dsp:nvSpPr>
        <dsp:cNvPr id="0" name=""/>
        <dsp:cNvSpPr/>
      </dsp:nvSpPr>
      <dsp:spPr>
        <a:xfrm>
          <a:off x="5904205" y="0"/>
          <a:ext cx="1830183" cy="509204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endParaRPr lang="es-ES" sz="4000" kern="1200"/>
        </a:p>
      </dsp:txBody>
      <dsp:txXfrm>
        <a:off x="5904205" y="0"/>
        <a:ext cx="1830183" cy="1527614"/>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5283200" cy="3444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6905625" y="0"/>
            <a:ext cx="5283200" cy="3444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513"/>
            <a:ext cx="5283200" cy="3444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6905625" y="6513513"/>
            <a:ext cx="5283200" cy="3444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PE"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 name="Google Shape;45;p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2: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 name="Google Shape;56;p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3: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 name="Google Shape;67;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4: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 name="Google Shape;76;p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5: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 name="Google Shape;85;p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6: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6: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7: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8: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9: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23" name="Google Shape;123;p9: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9: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23" name="Google Shape;123;p9: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326870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0: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30" name="Google Shape;130;p1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1: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38" name="Google Shape;138;p1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2: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45" name="Google Shape;145;p1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52" name="Google Shape;152;p1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4: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59" name="Google Shape;159;p1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5: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67" name="Google Shape;167;p1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6: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74" name="Google Shape;174;p16: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7: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81" name="Google Shape;181;p1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8: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88" name="Google Shape;188;p1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9: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96" name="Google Shape;196;p19: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20: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204" name="Google Shape;204;p2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21: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212" name="Google Shape;212;p2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2: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220" name="Google Shape;220;p2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2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228" name="Google Shape;228;p2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4: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235" name="Google Shape;235;p2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5: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p2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6: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p26: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7: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2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28: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2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29: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4" name="Google Shape;274;p29: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30: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4" name="Google Shape;284;p3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31: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3" name="Google Shape;293;p3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32: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2" name="Google Shape;302;p3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33: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3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34: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0" name="Google Shape;320;p3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35: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9" name="Google Shape;329;p3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36: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p36: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37: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9" name="Google Shape;349;p3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38: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8" name="Google Shape;358;p3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obj">
  <p:cSld name="OBJECT">
    <p:spTree>
      <p:nvGrpSpPr>
        <p:cNvPr id="1" name="Shape 15"/>
        <p:cNvGrpSpPr/>
        <p:nvPr/>
      </p:nvGrpSpPr>
      <p:grpSpPr>
        <a:xfrm>
          <a:off x="0" y="0"/>
          <a:ext cx="0" cy="0"/>
          <a:chOff x="0" y="0"/>
          <a:chExt cx="0" cy="0"/>
        </a:xfrm>
      </p:grpSpPr>
      <p:sp>
        <p:nvSpPr>
          <p:cNvPr id="16" name="Google Shape;16;p40"/>
          <p:cNvSpPr txBox="1">
            <a:spLocks noGrp="1"/>
          </p:cNvSpPr>
          <p:nvPr>
            <p:ph type="ctrTitle"/>
          </p:nvPr>
        </p:nvSpPr>
        <p:spPr>
          <a:xfrm>
            <a:off x="1734820" y="1015746"/>
            <a:ext cx="8722359" cy="176339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60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40"/>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40"/>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40"/>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0"/>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s-PE"/>
              <a:t>‹Nº›</a:t>
            </a:fld>
            <a:endParaRPr sz="1800" b="0" i="0" u="none" strike="noStrike" cap="none">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sp>
        <p:nvSpPr>
          <p:cNvPr id="22" name="Google Shape;22;p41"/>
          <p:cNvSpPr txBox="1">
            <a:spLocks noGrp="1"/>
          </p:cNvSpPr>
          <p:nvPr>
            <p:ph type="title"/>
          </p:nvPr>
        </p:nvSpPr>
        <p:spPr>
          <a:xfrm>
            <a:off x="916939" y="609676"/>
            <a:ext cx="10358120" cy="69723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4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1"/>
          <p:cNvSpPr txBox="1">
            <a:spLocks noGrp="1"/>
          </p:cNvSpPr>
          <p:nvPr>
            <p:ph type="body" idx="1"/>
          </p:nvPr>
        </p:nvSpPr>
        <p:spPr>
          <a:xfrm>
            <a:off x="916939" y="1793493"/>
            <a:ext cx="10358120" cy="1858645"/>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b="0" i="0">
                <a:solidFill>
                  <a:schemeClr val="dk1"/>
                </a:solidFil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4" name="Google Shape;24;p41"/>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1"/>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1"/>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s-PE"/>
              <a:t>‹Nº›</a:t>
            </a:fld>
            <a:endParaRPr sz="1800" b="0" i="0" u="none" strike="noStrike" cap="none">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27"/>
        <p:cNvGrpSpPr/>
        <p:nvPr/>
      </p:nvGrpSpPr>
      <p:grpSpPr>
        <a:xfrm>
          <a:off x="0" y="0"/>
          <a:ext cx="0" cy="0"/>
          <a:chOff x="0" y="0"/>
          <a:chExt cx="0" cy="0"/>
        </a:xfrm>
      </p:grpSpPr>
      <p:sp>
        <p:nvSpPr>
          <p:cNvPr id="28" name="Google Shape;28;p42"/>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2"/>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2"/>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s-PE"/>
              <a:t>‹Nº›</a:t>
            </a:fld>
            <a:endParaRPr sz="1800">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1"/>
        <p:cNvGrpSpPr/>
        <p:nvPr/>
      </p:nvGrpSpPr>
      <p:grpSpPr>
        <a:xfrm>
          <a:off x="0" y="0"/>
          <a:ext cx="0" cy="0"/>
          <a:chOff x="0" y="0"/>
          <a:chExt cx="0" cy="0"/>
        </a:xfrm>
      </p:grpSpPr>
      <p:sp>
        <p:nvSpPr>
          <p:cNvPr id="32" name="Google Shape;32;p43"/>
          <p:cNvSpPr txBox="1">
            <a:spLocks noGrp="1"/>
          </p:cNvSpPr>
          <p:nvPr>
            <p:ph type="title"/>
          </p:nvPr>
        </p:nvSpPr>
        <p:spPr>
          <a:xfrm>
            <a:off x="916939" y="609676"/>
            <a:ext cx="10358120" cy="69723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4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43"/>
          <p:cNvSpPr txBox="1">
            <a:spLocks noGrp="1"/>
          </p:cNvSpPr>
          <p:nvPr>
            <p:ph type="body" idx="1"/>
          </p:nvPr>
        </p:nvSpPr>
        <p:spPr>
          <a:xfrm>
            <a:off x="916939" y="1784350"/>
            <a:ext cx="4892675" cy="4026535"/>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3200" b="0" i="0">
                <a:solidFill>
                  <a:schemeClr val="dk1"/>
                </a:solidFill>
                <a:latin typeface="Calibri"/>
                <a:ea typeface="Calibri"/>
                <a:cs typeface="Calibri"/>
                <a:sym typeface="Calibri"/>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4" name="Google Shape;34;p43"/>
          <p:cNvSpPr txBox="1">
            <a:spLocks noGrp="1"/>
          </p:cNvSpPr>
          <p:nvPr>
            <p:ph type="body" idx="2"/>
          </p:nvPr>
        </p:nvSpPr>
        <p:spPr>
          <a:xfrm>
            <a:off x="7660005" y="1784350"/>
            <a:ext cx="3527425" cy="4026535"/>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3200" b="0" i="0">
                <a:solidFill>
                  <a:schemeClr val="dk1"/>
                </a:solidFill>
                <a:latin typeface="Calibri"/>
                <a:ea typeface="Calibri"/>
                <a:cs typeface="Calibri"/>
                <a:sym typeface="Calibri"/>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5" name="Google Shape;35;p43"/>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43"/>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43"/>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s-PE"/>
              <a:t>‹Nº›</a:t>
            </a:fld>
            <a:endParaRPr sz="1800">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8"/>
        <p:cNvGrpSpPr/>
        <p:nvPr/>
      </p:nvGrpSpPr>
      <p:grpSpPr>
        <a:xfrm>
          <a:off x="0" y="0"/>
          <a:ext cx="0" cy="0"/>
          <a:chOff x="0" y="0"/>
          <a:chExt cx="0" cy="0"/>
        </a:xfrm>
      </p:grpSpPr>
      <p:sp>
        <p:nvSpPr>
          <p:cNvPr id="39" name="Google Shape;39;p44"/>
          <p:cNvSpPr txBox="1">
            <a:spLocks noGrp="1"/>
          </p:cNvSpPr>
          <p:nvPr>
            <p:ph type="title"/>
          </p:nvPr>
        </p:nvSpPr>
        <p:spPr>
          <a:xfrm>
            <a:off x="916939" y="609676"/>
            <a:ext cx="10358120" cy="69723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4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44"/>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44"/>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44"/>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s-PE"/>
              <a:t>‹Nº›</a:t>
            </a:fld>
            <a:endParaRPr sz="1800">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7">
            <a:alphaModFix/>
          </a:blip>
          <a:stretch>
            <a:fillRect/>
          </a:stretch>
        </a:blipFill>
        <a:effectLst/>
      </p:bgPr>
    </p:bg>
    <p:spTree>
      <p:nvGrpSpPr>
        <p:cNvPr id="1" name="Shape 9"/>
        <p:cNvGrpSpPr/>
        <p:nvPr/>
      </p:nvGrpSpPr>
      <p:grpSpPr>
        <a:xfrm>
          <a:off x="0" y="0"/>
          <a:ext cx="0" cy="0"/>
          <a:chOff x="0" y="0"/>
          <a:chExt cx="0" cy="0"/>
        </a:xfrm>
      </p:grpSpPr>
      <p:sp>
        <p:nvSpPr>
          <p:cNvPr id="10" name="Google Shape;10;p39"/>
          <p:cNvSpPr txBox="1">
            <a:spLocks noGrp="1"/>
          </p:cNvSpPr>
          <p:nvPr>
            <p:ph type="title"/>
          </p:nvPr>
        </p:nvSpPr>
        <p:spPr>
          <a:xfrm>
            <a:off x="916939" y="609676"/>
            <a:ext cx="10358120" cy="69723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9"/>
          <p:cNvSpPr txBox="1">
            <a:spLocks noGrp="1"/>
          </p:cNvSpPr>
          <p:nvPr>
            <p:ph type="body" idx="1"/>
          </p:nvPr>
        </p:nvSpPr>
        <p:spPr>
          <a:xfrm>
            <a:off x="916939" y="1793493"/>
            <a:ext cx="10358120" cy="1858645"/>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2" name="Google Shape;12;p39"/>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marR="0" lvl="0" algn="ctr" rtl="0">
              <a:spcBef>
                <a:spcPts val="0"/>
              </a:spcBef>
              <a:spcAft>
                <a:spcPts val="0"/>
              </a:spcAft>
              <a:buSzPts val="1400"/>
              <a:buNone/>
              <a:defRPr sz="1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9"/>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9"/>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800" b="0" i="0" u="none" strike="noStrike" cap="none">
                <a:solidFill>
                  <a:srgbClr val="888888"/>
                </a:solidFill>
                <a:latin typeface="Calibri"/>
                <a:ea typeface="Calibri"/>
                <a:cs typeface="Calibri"/>
                <a:sym typeface="Calibri"/>
              </a:defRPr>
            </a:lvl1pPr>
            <a:lvl2pPr marL="0" marR="0" lvl="1" indent="0" algn="r" rtl="0">
              <a:spcBef>
                <a:spcPts val="0"/>
              </a:spcBef>
              <a:buNone/>
              <a:defRPr sz="1800" b="0" i="0" u="none" strike="noStrike" cap="none">
                <a:solidFill>
                  <a:srgbClr val="888888"/>
                </a:solidFill>
                <a:latin typeface="Calibri"/>
                <a:ea typeface="Calibri"/>
                <a:cs typeface="Calibri"/>
                <a:sym typeface="Calibri"/>
              </a:defRPr>
            </a:lvl2pPr>
            <a:lvl3pPr marL="0" marR="0" lvl="2" indent="0" algn="r" rtl="0">
              <a:spcBef>
                <a:spcPts val="0"/>
              </a:spcBef>
              <a:buNone/>
              <a:defRPr sz="1800" b="0" i="0" u="none" strike="noStrike" cap="none">
                <a:solidFill>
                  <a:srgbClr val="888888"/>
                </a:solidFill>
                <a:latin typeface="Calibri"/>
                <a:ea typeface="Calibri"/>
                <a:cs typeface="Calibri"/>
                <a:sym typeface="Calibri"/>
              </a:defRPr>
            </a:lvl3pPr>
            <a:lvl4pPr marL="0" marR="0" lvl="3" indent="0" algn="r" rtl="0">
              <a:spcBef>
                <a:spcPts val="0"/>
              </a:spcBef>
              <a:buNone/>
              <a:defRPr sz="1800" b="0" i="0" u="none" strike="noStrike" cap="none">
                <a:solidFill>
                  <a:srgbClr val="888888"/>
                </a:solidFill>
                <a:latin typeface="Calibri"/>
                <a:ea typeface="Calibri"/>
                <a:cs typeface="Calibri"/>
                <a:sym typeface="Calibri"/>
              </a:defRPr>
            </a:lvl4pPr>
            <a:lvl5pPr marL="0" marR="0" lvl="4" indent="0" algn="r" rtl="0">
              <a:spcBef>
                <a:spcPts val="0"/>
              </a:spcBef>
              <a:buNone/>
              <a:defRPr sz="1800" b="0" i="0" u="none" strike="noStrike" cap="none">
                <a:solidFill>
                  <a:srgbClr val="888888"/>
                </a:solidFill>
                <a:latin typeface="Calibri"/>
                <a:ea typeface="Calibri"/>
                <a:cs typeface="Calibri"/>
                <a:sym typeface="Calibri"/>
              </a:defRPr>
            </a:lvl5pPr>
            <a:lvl6pPr marL="0" marR="0" lvl="5" indent="0" algn="r" rtl="0">
              <a:spcBef>
                <a:spcPts val="0"/>
              </a:spcBef>
              <a:buNone/>
              <a:defRPr sz="1800" b="0" i="0" u="none" strike="noStrike" cap="none">
                <a:solidFill>
                  <a:srgbClr val="888888"/>
                </a:solidFill>
                <a:latin typeface="Calibri"/>
                <a:ea typeface="Calibri"/>
                <a:cs typeface="Calibri"/>
                <a:sym typeface="Calibri"/>
              </a:defRPr>
            </a:lvl6pPr>
            <a:lvl7pPr marL="0" marR="0" lvl="6" indent="0" algn="r" rtl="0">
              <a:spcBef>
                <a:spcPts val="0"/>
              </a:spcBef>
              <a:buNone/>
              <a:defRPr sz="1800" b="0" i="0" u="none" strike="noStrike" cap="none">
                <a:solidFill>
                  <a:srgbClr val="888888"/>
                </a:solidFill>
                <a:latin typeface="Calibri"/>
                <a:ea typeface="Calibri"/>
                <a:cs typeface="Calibri"/>
                <a:sym typeface="Calibri"/>
              </a:defRPr>
            </a:lvl7pPr>
            <a:lvl8pPr marL="0" marR="0" lvl="7" indent="0" algn="r" rtl="0">
              <a:spcBef>
                <a:spcPts val="0"/>
              </a:spcBef>
              <a:buNone/>
              <a:defRPr sz="1800" b="0" i="0" u="none" strike="noStrike" cap="none">
                <a:solidFill>
                  <a:srgbClr val="888888"/>
                </a:solidFill>
                <a:latin typeface="Calibri"/>
                <a:ea typeface="Calibri"/>
                <a:cs typeface="Calibri"/>
                <a:sym typeface="Calibri"/>
              </a:defRPr>
            </a:lvl8pPr>
            <a:lvl9pPr marL="0" marR="0" lvl="8" indent="0" algn="r" rtl="0">
              <a:spcBef>
                <a:spcPts val="0"/>
              </a:spcBef>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PE"/>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14.jp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
          <p:cNvSpPr txBox="1">
            <a:spLocks noGrp="1"/>
          </p:cNvSpPr>
          <p:nvPr>
            <p:ph type="ctrTitle"/>
          </p:nvPr>
        </p:nvSpPr>
        <p:spPr>
          <a:xfrm>
            <a:off x="900112" y="1838144"/>
            <a:ext cx="10363199" cy="905056"/>
          </a:xfrm>
          <a:prstGeom prst="rect">
            <a:avLst/>
          </a:prstGeom>
          <a:noFill/>
          <a:ln>
            <a:noFill/>
          </a:ln>
        </p:spPr>
        <p:txBody>
          <a:bodyPr spcFirstLastPara="1" wrap="square" lIns="0" tIns="116200" rIns="0" bIns="0" anchor="t" anchorCtr="0">
            <a:spAutoFit/>
          </a:bodyPr>
          <a:lstStyle/>
          <a:p>
            <a:pPr marL="3268979" marR="5080" lvl="0" indent="-3253104" algn="ctr" rtl="0">
              <a:lnSpc>
                <a:spcPct val="135000"/>
              </a:lnSpc>
              <a:spcBef>
                <a:spcPts val="0"/>
              </a:spcBef>
              <a:spcAft>
                <a:spcPts val="0"/>
              </a:spcAft>
              <a:buNone/>
            </a:pPr>
            <a:r>
              <a:rPr lang="es-PE" sz="4800">
                <a:latin typeface="Arial"/>
                <a:ea typeface="Arial"/>
                <a:cs typeface="Arial"/>
                <a:sym typeface="Arial"/>
              </a:rPr>
              <a:t>CURSO: DISEÑO DE PATRONES</a:t>
            </a:r>
            <a:endParaRPr sz="4800">
              <a:latin typeface="Arial"/>
              <a:ea typeface="Arial"/>
              <a:cs typeface="Arial"/>
              <a:sym typeface="Arial"/>
            </a:endParaRPr>
          </a:p>
        </p:txBody>
      </p:sp>
      <p:sp>
        <p:nvSpPr>
          <p:cNvPr id="48" name="Google Shape;48;p1"/>
          <p:cNvSpPr txBox="1"/>
          <p:nvPr/>
        </p:nvSpPr>
        <p:spPr>
          <a:xfrm>
            <a:off x="2767012" y="1644495"/>
            <a:ext cx="662940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800" b="1" i="0" u="none" strike="noStrike" cap="none">
                <a:solidFill>
                  <a:srgbClr val="D1052D"/>
                </a:solidFill>
                <a:latin typeface="Calibri"/>
                <a:ea typeface="Calibri"/>
                <a:cs typeface="Calibri"/>
                <a:sym typeface="Calibri"/>
              </a:rPr>
              <a:t>PRIMERA UNIDAD DE APRENDIZAJE 2: Patrones creacionales</a:t>
            </a:r>
            <a:r>
              <a:rPr lang="es-PE" sz="1800" b="0" i="0" u="none" strike="noStrike" cap="none">
                <a:solidFill>
                  <a:schemeClr val="dk1"/>
                </a:solidFill>
                <a:latin typeface="Verdana"/>
                <a:ea typeface="Verdana"/>
                <a:cs typeface="Verdana"/>
                <a:sym typeface="Verdana"/>
              </a:rPr>
              <a:t> </a:t>
            </a:r>
            <a:endParaRPr sz="1800" b="0" i="0" u="none" strike="noStrike" cap="none">
              <a:solidFill>
                <a:schemeClr val="dk1"/>
              </a:solidFill>
              <a:latin typeface="Calibri"/>
              <a:ea typeface="Calibri"/>
              <a:cs typeface="Calibri"/>
              <a:sym typeface="Calibri"/>
            </a:endParaRPr>
          </a:p>
        </p:txBody>
      </p:sp>
      <p:sp>
        <p:nvSpPr>
          <p:cNvPr id="49" name="Google Shape;49;p1"/>
          <p:cNvSpPr txBox="1"/>
          <p:nvPr/>
        </p:nvSpPr>
        <p:spPr>
          <a:xfrm>
            <a:off x="1966912" y="3179215"/>
            <a:ext cx="8258176" cy="2087751"/>
          </a:xfrm>
          <a:prstGeom prst="rect">
            <a:avLst/>
          </a:prstGeom>
          <a:solidFill>
            <a:srgbClr val="D1052D"/>
          </a:solidFill>
          <a:ln>
            <a:noFill/>
          </a:ln>
        </p:spPr>
        <p:txBody>
          <a:bodyPr spcFirstLastPara="1" wrap="square" lIns="91425" tIns="45700" rIns="91425" bIns="45700" anchor="t" anchorCtr="0">
            <a:spAutoFit/>
          </a:bodyPr>
          <a:lstStyle/>
          <a:p>
            <a:pPr marL="12700" marR="0" lvl="0" indent="0" algn="ctr" rtl="0">
              <a:lnSpc>
                <a:spcPct val="100000"/>
              </a:lnSpc>
              <a:spcBef>
                <a:spcPts val="0"/>
              </a:spcBef>
              <a:spcAft>
                <a:spcPts val="0"/>
              </a:spcAft>
              <a:buNone/>
            </a:pPr>
            <a:r>
              <a:rPr lang="es-PE" sz="3200" b="1" i="0" u="none" strike="noStrike" cap="none">
                <a:solidFill>
                  <a:schemeClr val="lt1"/>
                </a:solidFill>
                <a:latin typeface="Arial"/>
                <a:ea typeface="Arial"/>
                <a:cs typeface="Arial"/>
                <a:sym typeface="Arial"/>
              </a:rPr>
              <a:t>SESIÓN N° 07:</a:t>
            </a:r>
            <a:endParaRPr sz="3200" b="1" i="0" u="none" strike="noStrike" cap="none">
              <a:solidFill>
                <a:schemeClr val="lt1"/>
              </a:solidFill>
              <a:latin typeface="Arial"/>
              <a:ea typeface="Arial"/>
              <a:cs typeface="Arial"/>
              <a:sym typeface="Arial"/>
            </a:endParaRPr>
          </a:p>
          <a:p>
            <a:pPr marL="12700" marR="0" lvl="0" indent="0" algn="l" rtl="0">
              <a:lnSpc>
                <a:spcPct val="100000"/>
              </a:lnSpc>
              <a:spcBef>
                <a:spcPts val="100"/>
              </a:spcBef>
              <a:spcAft>
                <a:spcPts val="0"/>
              </a:spcAft>
              <a:buNone/>
            </a:pPr>
            <a:r>
              <a:rPr lang="es-PE" sz="3200" b="1" i="0" u="none" strike="noStrike" cap="none">
                <a:solidFill>
                  <a:schemeClr val="lt1"/>
                </a:solidFill>
                <a:latin typeface="Calibri"/>
                <a:ea typeface="Calibri"/>
                <a:cs typeface="Calibri"/>
                <a:sym typeface="Calibri"/>
              </a:rPr>
              <a:t>Patrones Creacionales: </a:t>
            </a:r>
            <a:endParaRPr/>
          </a:p>
          <a:p>
            <a:pPr marL="12700" marR="0" lvl="0" indent="0" algn="l" rtl="0">
              <a:lnSpc>
                <a:spcPct val="100000"/>
              </a:lnSpc>
              <a:spcBef>
                <a:spcPts val="100"/>
              </a:spcBef>
              <a:spcAft>
                <a:spcPts val="0"/>
              </a:spcAft>
              <a:buNone/>
            </a:pPr>
            <a:r>
              <a:rPr lang="es-PE" sz="3200" b="1" i="0" u="none" strike="noStrike" cap="none">
                <a:solidFill>
                  <a:schemeClr val="lt1"/>
                </a:solidFill>
                <a:latin typeface="Calibri"/>
                <a:ea typeface="Calibri"/>
                <a:cs typeface="Calibri"/>
                <a:sym typeface="Calibri"/>
              </a:rPr>
              <a:t>Patrón Factory. Patrón Abstract Factory. Patrón Abstract Builder.</a:t>
            </a:r>
            <a:endParaRPr sz="3200" b="0" i="0" u="none" strike="noStrike" cap="none">
              <a:solidFill>
                <a:schemeClr val="lt1"/>
              </a:solidFill>
              <a:latin typeface="Arial"/>
              <a:ea typeface="Arial"/>
              <a:cs typeface="Arial"/>
              <a:sym typeface="Arial"/>
            </a:endParaRPr>
          </a:p>
        </p:txBody>
      </p:sp>
      <p:sp>
        <p:nvSpPr>
          <p:cNvPr id="50" name="Google Shape;50;p1"/>
          <p:cNvSpPr txBox="1"/>
          <p:nvPr/>
        </p:nvSpPr>
        <p:spPr>
          <a:xfrm>
            <a:off x="3048000" y="5715000"/>
            <a:ext cx="6096000" cy="659155"/>
          </a:xfrm>
          <a:prstGeom prst="rect">
            <a:avLst/>
          </a:prstGeom>
          <a:noFill/>
          <a:ln>
            <a:noFill/>
          </a:ln>
        </p:spPr>
        <p:txBody>
          <a:bodyPr spcFirstLastPara="1" wrap="square" lIns="91425" tIns="45700" rIns="91425" bIns="45700" anchor="t" anchorCtr="0">
            <a:spAutoFit/>
          </a:bodyPr>
          <a:lstStyle/>
          <a:p>
            <a:pPr marL="12700" marR="0" lvl="0" indent="0" algn="ctr" rtl="0">
              <a:lnSpc>
                <a:spcPct val="100000"/>
              </a:lnSpc>
              <a:spcBef>
                <a:spcPts val="0"/>
              </a:spcBef>
              <a:spcAft>
                <a:spcPts val="0"/>
              </a:spcAft>
              <a:buNone/>
            </a:pPr>
            <a:r>
              <a:rPr lang="es-PE" sz="1800" b="1" i="0" u="none" strike="noStrike" cap="none">
                <a:solidFill>
                  <a:srgbClr val="D1052D"/>
                </a:solidFill>
                <a:latin typeface="Arial"/>
                <a:ea typeface="Arial"/>
                <a:cs typeface="Arial"/>
                <a:sym typeface="Arial"/>
              </a:rPr>
              <a:t>DOCENTES DE UTP</a:t>
            </a:r>
            <a:endParaRPr/>
          </a:p>
          <a:p>
            <a:pPr marL="12700" marR="0" lvl="0" indent="0" algn="ctr" rtl="0">
              <a:lnSpc>
                <a:spcPct val="100000"/>
              </a:lnSpc>
              <a:spcBef>
                <a:spcPts val="100"/>
              </a:spcBef>
              <a:spcAft>
                <a:spcPts val="0"/>
              </a:spcAft>
              <a:buNone/>
            </a:pPr>
            <a:r>
              <a:rPr lang="es-PE" sz="1800" b="1" i="0" u="none" strike="noStrike" cap="none">
                <a:solidFill>
                  <a:srgbClr val="D1052D"/>
                </a:solidFill>
                <a:latin typeface="Arial"/>
                <a:ea typeface="Arial"/>
                <a:cs typeface="Arial"/>
                <a:sym typeface="Arial"/>
              </a:rPr>
              <a:t>SISTEMAS</a:t>
            </a:r>
            <a:endParaRPr sz="1800" b="0" i="0" u="none" strike="noStrike" cap="none">
              <a:solidFill>
                <a:schemeClr val="dk1"/>
              </a:solidFill>
              <a:latin typeface="Arial"/>
              <a:ea typeface="Arial"/>
              <a:cs typeface="Arial"/>
              <a:sym typeface="Arial"/>
            </a:endParaRPr>
          </a:p>
        </p:txBody>
      </p:sp>
      <p:grpSp>
        <p:nvGrpSpPr>
          <p:cNvPr id="51" name="Google Shape;51;p1"/>
          <p:cNvGrpSpPr/>
          <p:nvPr/>
        </p:nvGrpSpPr>
        <p:grpSpPr>
          <a:xfrm>
            <a:off x="3681788" y="152400"/>
            <a:ext cx="8281612" cy="1295400"/>
            <a:chOff x="3681788" y="152400"/>
            <a:chExt cx="8281612" cy="1295400"/>
          </a:xfrm>
        </p:grpSpPr>
        <p:pic>
          <p:nvPicPr>
            <p:cNvPr id="52" name="Google Shape;52;p1"/>
            <p:cNvPicPr preferRelativeResize="0"/>
            <p:nvPr/>
          </p:nvPicPr>
          <p:blipFill rotWithShape="1">
            <a:blip r:embed="rId3">
              <a:alphaModFix/>
            </a:blip>
            <a:srcRect/>
            <a:stretch/>
          </p:blipFill>
          <p:spPr>
            <a:xfrm>
              <a:off x="3681788" y="370720"/>
              <a:ext cx="4828423" cy="1077080"/>
            </a:xfrm>
            <a:prstGeom prst="rect">
              <a:avLst/>
            </a:prstGeom>
            <a:noFill/>
            <a:ln>
              <a:noFill/>
            </a:ln>
          </p:spPr>
        </p:pic>
        <p:sp>
          <p:nvSpPr>
            <p:cNvPr id="53" name="Google Shape;53;p1"/>
            <p:cNvSpPr/>
            <p:nvPr/>
          </p:nvSpPr>
          <p:spPr>
            <a:xfrm>
              <a:off x="9144000" y="152400"/>
              <a:ext cx="2819400" cy="76272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2"/>
          <p:cNvSpPr/>
          <p:nvPr/>
        </p:nvSpPr>
        <p:spPr>
          <a:xfrm>
            <a:off x="0" y="304801"/>
            <a:ext cx="5659755" cy="561824"/>
          </a:xfrm>
          <a:custGeom>
            <a:avLst/>
            <a:gdLst/>
            <a:ahLst/>
            <a:cxnLst/>
            <a:rect l="l" t="t" r="r" b="b"/>
            <a:pathLst>
              <a:path w="5659755" h="415290" extrusionOk="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9" name="Google Shape;59;p2"/>
          <p:cNvSpPr txBox="1"/>
          <p:nvPr/>
        </p:nvSpPr>
        <p:spPr>
          <a:xfrm>
            <a:off x="381000" y="381000"/>
            <a:ext cx="4724400"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s-PE" sz="2400" b="1">
                <a:solidFill>
                  <a:srgbClr val="FFFFFF"/>
                </a:solidFill>
                <a:latin typeface="Arial"/>
                <a:ea typeface="Arial"/>
                <a:cs typeface="Arial"/>
                <a:sym typeface="Arial"/>
              </a:rPr>
              <a:t>Motivación para el aprendizaje</a:t>
            </a:r>
            <a:endParaRPr sz="2400">
              <a:solidFill>
                <a:schemeClr val="dk1"/>
              </a:solidFill>
              <a:latin typeface="Arial"/>
              <a:ea typeface="Arial"/>
              <a:cs typeface="Arial"/>
              <a:sym typeface="Arial"/>
            </a:endParaRPr>
          </a:p>
        </p:txBody>
      </p:sp>
      <p:pic>
        <p:nvPicPr>
          <p:cNvPr id="60" name="Google Shape;60;p2"/>
          <p:cNvPicPr preferRelativeResize="0"/>
          <p:nvPr/>
        </p:nvPicPr>
        <p:blipFill rotWithShape="1">
          <a:blip r:embed="rId3">
            <a:alphaModFix/>
          </a:blip>
          <a:srcRect/>
          <a:stretch/>
        </p:blipFill>
        <p:spPr>
          <a:xfrm>
            <a:off x="5723651" y="313451"/>
            <a:ext cx="524749" cy="524749"/>
          </a:xfrm>
          <a:prstGeom prst="rect">
            <a:avLst/>
          </a:prstGeom>
          <a:noFill/>
          <a:ln>
            <a:noFill/>
          </a:ln>
        </p:spPr>
      </p:pic>
      <p:sp>
        <p:nvSpPr>
          <p:cNvPr id="61" name="Google Shape;61;p2"/>
          <p:cNvSpPr txBox="1"/>
          <p:nvPr/>
        </p:nvSpPr>
        <p:spPr>
          <a:xfrm>
            <a:off x="3886200" y="3581400"/>
            <a:ext cx="6476999" cy="295402"/>
          </a:xfrm>
          <a:prstGeom prst="rect">
            <a:avLst/>
          </a:prstGeom>
          <a:solidFill>
            <a:srgbClr val="FFFFFF"/>
          </a:solidFill>
          <a:ln>
            <a:noFill/>
          </a:ln>
        </p:spPr>
        <p:txBody>
          <a:bodyPr spcFirstLastPara="1" wrap="square" lIns="0" tIns="0" rIns="0" bIns="0" anchor="t" anchorCtr="0">
            <a:spAutoFit/>
          </a:bodyPr>
          <a:lstStyle/>
          <a:p>
            <a:pPr marL="0" marR="0" lvl="0" indent="0" algn="l" rtl="0">
              <a:lnSpc>
                <a:spcPct val="65312"/>
              </a:lnSpc>
              <a:spcBef>
                <a:spcPts val="0"/>
              </a:spcBef>
              <a:spcAft>
                <a:spcPts val="0"/>
              </a:spcAft>
              <a:buNone/>
            </a:pPr>
            <a:endParaRPr sz="3200">
              <a:solidFill>
                <a:schemeClr val="dk1"/>
              </a:solidFill>
              <a:latin typeface="Arial"/>
              <a:ea typeface="Arial"/>
              <a:cs typeface="Arial"/>
              <a:sym typeface="Arial"/>
            </a:endParaRPr>
          </a:p>
        </p:txBody>
      </p:sp>
      <p:sp>
        <p:nvSpPr>
          <p:cNvPr id="62" name="Google Shape;62;p2"/>
          <p:cNvSpPr txBox="1"/>
          <p:nvPr/>
        </p:nvSpPr>
        <p:spPr>
          <a:xfrm>
            <a:off x="2590800" y="2981235"/>
            <a:ext cx="7010400"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3600" b="1">
                <a:solidFill>
                  <a:schemeClr val="dk1"/>
                </a:solidFill>
                <a:latin typeface="Arial"/>
                <a:ea typeface="Arial"/>
                <a:cs typeface="Arial"/>
                <a:sym typeface="Arial"/>
              </a:rPr>
              <a:t>Lo que debemos tener en cuenta</a:t>
            </a:r>
            <a:endParaRPr sz="3600">
              <a:solidFill>
                <a:schemeClr val="dk1"/>
              </a:solidFill>
              <a:latin typeface="Arial"/>
              <a:ea typeface="Arial"/>
              <a:cs typeface="Arial"/>
              <a:sym typeface="Arial"/>
            </a:endParaRPr>
          </a:p>
        </p:txBody>
      </p:sp>
      <p:pic>
        <p:nvPicPr>
          <p:cNvPr id="63" name="Google Shape;63;p2"/>
          <p:cNvPicPr preferRelativeResize="0"/>
          <p:nvPr/>
        </p:nvPicPr>
        <p:blipFill rotWithShape="1">
          <a:blip r:embed="rId4">
            <a:alphaModFix/>
          </a:blip>
          <a:srcRect/>
          <a:stretch/>
        </p:blipFill>
        <p:spPr>
          <a:xfrm>
            <a:off x="9753600" y="6184229"/>
            <a:ext cx="445171" cy="445171"/>
          </a:xfrm>
          <a:prstGeom prst="rect">
            <a:avLst/>
          </a:prstGeom>
          <a:noFill/>
          <a:ln>
            <a:noFill/>
          </a:ln>
        </p:spPr>
      </p:pic>
      <p:sp>
        <p:nvSpPr>
          <p:cNvPr id="64" name="Google Shape;64;p2"/>
          <p:cNvSpPr txBox="1"/>
          <p:nvPr/>
        </p:nvSpPr>
        <p:spPr>
          <a:xfrm>
            <a:off x="10198771" y="6222148"/>
            <a:ext cx="1764629" cy="400110"/>
          </a:xfrm>
          <a:prstGeom prst="rect">
            <a:avLst/>
          </a:prstGeom>
          <a:noFill/>
          <a:ln>
            <a:noFill/>
          </a:ln>
        </p:spPr>
        <p:txBody>
          <a:bodyPr spcFirstLastPara="1" wrap="square" lIns="91425" tIns="45700" rIns="91425" bIns="45700" anchor="t" anchorCtr="0">
            <a:spAutoFit/>
          </a:bodyPr>
          <a:lstStyle/>
          <a:p>
            <a:pPr marL="0" marR="114300" lvl="0" indent="0" algn="l" rtl="0">
              <a:lnSpc>
                <a:spcPct val="100000"/>
              </a:lnSpc>
              <a:spcBef>
                <a:spcPts val="0"/>
              </a:spcBef>
              <a:spcAft>
                <a:spcPts val="0"/>
              </a:spcAft>
              <a:buNone/>
            </a:pPr>
            <a:r>
              <a:rPr lang="es-PE" sz="2000" b="1">
                <a:solidFill>
                  <a:schemeClr val="dk1"/>
                </a:solidFill>
                <a:latin typeface="Arial"/>
                <a:ea typeface="Arial"/>
                <a:cs typeface="Arial"/>
                <a:sym typeface="Arial"/>
              </a:rPr>
              <a:t>5 minutos</a:t>
            </a:r>
            <a:endParaRPr sz="200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3"/>
          <p:cNvSpPr/>
          <p:nvPr/>
        </p:nvSpPr>
        <p:spPr>
          <a:xfrm>
            <a:off x="0" y="304801"/>
            <a:ext cx="5659755" cy="561824"/>
          </a:xfrm>
          <a:custGeom>
            <a:avLst/>
            <a:gdLst/>
            <a:ahLst/>
            <a:cxnLst/>
            <a:rect l="l" t="t" r="r" b="b"/>
            <a:pathLst>
              <a:path w="5659755" h="415290" extrusionOk="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 name="Google Shape;70;p3"/>
          <p:cNvSpPr txBox="1"/>
          <p:nvPr/>
        </p:nvSpPr>
        <p:spPr>
          <a:xfrm>
            <a:off x="381000" y="381000"/>
            <a:ext cx="4724400"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s-PE" sz="2400" b="1">
                <a:solidFill>
                  <a:srgbClr val="FFFFFF"/>
                </a:solidFill>
                <a:latin typeface="Arial"/>
                <a:ea typeface="Arial"/>
                <a:cs typeface="Arial"/>
                <a:sym typeface="Arial"/>
              </a:rPr>
              <a:t>Motivación para el aprendizaje</a:t>
            </a:r>
            <a:endParaRPr sz="2400">
              <a:solidFill>
                <a:schemeClr val="dk1"/>
              </a:solidFill>
              <a:latin typeface="Arial"/>
              <a:ea typeface="Arial"/>
              <a:cs typeface="Arial"/>
              <a:sym typeface="Arial"/>
            </a:endParaRPr>
          </a:p>
        </p:txBody>
      </p:sp>
      <p:pic>
        <p:nvPicPr>
          <p:cNvPr id="71" name="Google Shape;71;p3"/>
          <p:cNvPicPr preferRelativeResize="0"/>
          <p:nvPr/>
        </p:nvPicPr>
        <p:blipFill rotWithShape="1">
          <a:blip r:embed="rId3">
            <a:alphaModFix/>
          </a:blip>
          <a:srcRect/>
          <a:stretch/>
        </p:blipFill>
        <p:spPr>
          <a:xfrm>
            <a:off x="5723651" y="313451"/>
            <a:ext cx="524749" cy="524749"/>
          </a:xfrm>
          <a:prstGeom prst="rect">
            <a:avLst/>
          </a:prstGeom>
          <a:noFill/>
          <a:ln>
            <a:noFill/>
          </a:ln>
        </p:spPr>
      </p:pic>
      <p:sp>
        <p:nvSpPr>
          <p:cNvPr id="72" name="Google Shape;72;p3"/>
          <p:cNvSpPr/>
          <p:nvPr/>
        </p:nvSpPr>
        <p:spPr>
          <a:xfrm>
            <a:off x="2087419" y="2362200"/>
            <a:ext cx="7934095" cy="175432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5400" b="1" cap="none">
                <a:solidFill>
                  <a:srgbClr val="262626"/>
                </a:solidFill>
                <a:latin typeface="Calibri"/>
                <a:ea typeface="Calibri"/>
                <a:cs typeface="Calibri"/>
                <a:sym typeface="Calibri"/>
              </a:rPr>
              <a:t>¿QUÉ SON PATRONES </a:t>
            </a:r>
            <a:endParaRPr/>
          </a:p>
          <a:p>
            <a:pPr marL="0" marR="0" lvl="0" indent="0" algn="ctr" rtl="0">
              <a:spcBef>
                <a:spcPts val="0"/>
              </a:spcBef>
              <a:spcAft>
                <a:spcPts val="0"/>
              </a:spcAft>
              <a:buNone/>
            </a:pPr>
            <a:r>
              <a:rPr lang="es-PE" sz="5400" b="1" cap="none">
                <a:solidFill>
                  <a:srgbClr val="262626"/>
                </a:solidFill>
                <a:latin typeface="Calibri"/>
                <a:ea typeface="Calibri"/>
                <a:cs typeface="Calibri"/>
                <a:sym typeface="Calibri"/>
              </a:rPr>
              <a:t>Abstract Factory y Factory?</a:t>
            </a:r>
            <a:endParaRPr/>
          </a:p>
        </p:txBody>
      </p:sp>
      <p:sp>
        <p:nvSpPr>
          <p:cNvPr id="73" name="Google Shape;73;p3"/>
          <p:cNvSpPr txBox="1"/>
          <p:nvPr/>
        </p:nvSpPr>
        <p:spPr>
          <a:xfrm>
            <a:off x="3200400" y="4343400"/>
            <a:ext cx="6096000" cy="4000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2000"/>
              <a:buFont typeface="Calibri"/>
              <a:buNone/>
            </a:pPr>
            <a:r>
              <a:rPr lang="es-PE" sz="2000" b="0" i="0" u="none" strike="noStrike" cap="none">
                <a:solidFill>
                  <a:schemeClr val="dk1"/>
                </a:solidFill>
                <a:latin typeface="Calibri"/>
                <a:ea typeface="Calibri"/>
                <a:cs typeface="Calibri"/>
                <a:sym typeface="Calibri"/>
              </a:rPr>
              <a:t>https://youtu.be/izFGKo7Z1lg?si=Mb80kFXQg_Zk9cca</a:t>
            </a:r>
            <a:endParaRPr sz="20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4"/>
          <p:cNvSpPr/>
          <p:nvPr/>
        </p:nvSpPr>
        <p:spPr>
          <a:xfrm>
            <a:off x="0" y="304801"/>
            <a:ext cx="5659755" cy="561824"/>
          </a:xfrm>
          <a:custGeom>
            <a:avLst/>
            <a:gdLst/>
            <a:ahLst/>
            <a:cxnLst/>
            <a:rect l="l" t="t" r="r" b="b"/>
            <a:pathLst>
              <a:path w="5659755" h="415290" extrusionOk="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9" name="Google Shape;79;p4"/>
          <p:cNvSpPr txBox="1"/>
          <p:nvPr/>
        </p:nvSpPr>
        <p:spPr>
          <a:xfrm>
            <a:off x="381000" y="381000"/>
            <a:ext cx="4724400"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s-PE" sz="2400" b="1">
                <a:solidFill>
                  <a:srgbClr val="FFFFFF"/>
                </a:solidFill>
                <a:latin typeface="Arial"/>
                <a:ea typeface="Arial"/>
                <a:cs typeface="Arial"/>
                <a:sym typeface="Arial"/>
              </a:rPr>
              <a:t>Recordando los aprendizajes</a:t>
            </a:r>
            <a:endParaRPr sz="2400">
              <a:solidFill>
                <a:schemeClr val="dk1"/>
              </a:solidFill>
              <a:latin typeface="Arial"/>
              <a:ea typeface="Arial"/>
              <a:cs typeface="Arial"/>
              <a:sym typeface="Arial"/>
            </a:endParaRPr>
          </a:p>
        </p:txBody>
      </p:sp>
      <p:pic>
        <p:nvPicPr>
          <p:cNvPr id="80" name="Google Shape;80;p4"/>
          <p:cNvPicPr preferRelativeResize="0"/>
          <p:nvPr/>
        </p:nvPicPr>
        <p:blipFill rotWithShape="1">
          <a:blip r:embed="rId3">
            <a:alphaModFix/>
          </a:blip>
          <a:srcRect/>
          <a:stretch/>
        </p:blipFill>
        <p:spPr>
          <a:xfrm>
            <a:off x="5723651" y="313451"/>
            <a:ext cx="524749" cy="524749"/>
          </a:xfrm>
          <a:prstGeom prst="rect">
            <a:avLst/>
          </a:prstGeom>
          <a:noFill/>
          <a:ln>
            <a:noFill/>
          </a:ln>
        </p:spPr>
      </p:pic>
      <p:sp>
        <p:nvSpPr>
          <p:cNvPr id="81" name="Google Shape;81;p4"/>
          <p:cNvSpPr txBox="1"/>
          <p:nvPr/>
        </p:nvSpPr>
        <p:spPr>
          <a:xfrm>
            <a:off x="3886200" y="3581400"/>
            <a:ext cx="6476999" cy="295402"/>
          </a:xfrm>
          <a:prstGeom prst="rect">
            <a:avLst/>
          </a:prstGeom>
          <a:solidFill>
            <a:srgbClr val="FFFFFF"/>
          </a:solidFill>
          <a:ln>
            <a:noFill/>
          </a:ln>
        </p:spPr>
        <p:txBody>
          <a:bodyPr spcFirstLastPara="1" wrap="square" lIns="0" tIns="0" rIns="0" bIns="0" anchor="t" anchorCtr="0">
            <a:spAutoFit/>
          </a:bodyPr>
          <a:lstStyle/>
          <a:p>
            <a:pPr marL="0" marR="0" lvl="0" indent="0" algn="l" rtl="0">
              <a:lnSpc>
                <a:spcPct val="65312"/>
              </a:lnSpc>
              <a:spcBef>
                <a:spcPts val="0"/>
              </a:spcBef>
              <a:spcAft>
                <a:spcPts val="0"/>
              </a:spcAft>
              <a:buNone/>
            </a:pPr>
            <a:endParaRPr sz="3200">
              <a:solidFill>
                <a:schemeClr val="dk1"/>
              </a:solidFill>
              <a:latin typeface="Arial"/>
              <a:ea typeface="Arial"/>
              <a:cs typeface="Arial"/>
              <a:sym typeface="Arial"/>
            </a:endParaRPr>
          </a:p>
        </p:txBody>
      </p:sp>
      <p:sp>
        <p:nvSpPr>
          <p:cNvPr id="82" name="Google Shape;82;p4"/>
          <p:cNvSpPr txBox="1"/>
          <p:nvPr/>
        </p:nvSpPr>
        <p:spPr>
          <a:xfrm>
            <a:off x="2590800" y="2981235"/>
            <a:ext cx="7010400"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3600" b="1">
                <a:solidFill>
                  <a:schemeClr val="dk1"/>
                </a:solidFill>
                <a:latin typeface="Arial"/>
                <a:ea typeface="Arial"/>
                <a:cs typeface="Arial"/>
                <a:sym typeface="Arial"/>
              </a:rPr>
              <a:t>¿Qué vimos en la sesión anterior?</a:t>
            </a:r>
            <a:endParaRPr sz="360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5"/>
          <p:cNvSpPr/>
          <p:nvPr/>
        </p:nvSpPr>
        <p:spPr>
          <a:xfrm>
            <a:off x="0" y="304801"/>
            <a:ext cx="5659755" cy="561824"/>
          </a:xfrm>
          <a:custGeom>
            <a:avLst/>
            <a:gdLst/>
            <a:ahLst/>
            <a:cxnLst/>
            <a:rect l="l" t="t" r="r" b="b"/>
            <a:pathLst>
              <a:path w="5659755" h="415290" extrusionOk="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 name="Google Shape;88;p5"/>
          <p:cNvSpPr txBox="1"/>
          <p:nvPr/>
        </p:nvSpPr>
        <p:spPr>
          <a:xfrm>
            <a:off x="381000" y="381000"/>
            <a:ext cx="4724400"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s-PE" sz="2400" b="1">
                <a:solidFill>
                  <a:srgbClr val="FFFFFF"/>
                </a:solidFill>
                <a:latin typeface="Arial"/>
                <a:ea typeface="Arial"/>
                <a:cs typeface="Arial"/>
                <a:sym typeface="Arial"/>
              </a:rPr>
              <a:t>Recordando los aprendizajes</a:t>
            </a:r>
            <a:endParaRPr sz="2400">
              <a:solidFill>
                <a:schemeClr val="dk1"/>
              </a:solidFill>
              <a:latin typeface="Arial"/>
              <a:ea typeface="Arial"/>
              <a:cs typeface="Arial"/>
              <a:sym typeface="Arial"/>
            </a:endParaRPr>
          </a:p>
        </p:txBody>
      </p:sp>
      <p:pic>
        <p:nvPicPr>
          <p:cNvPr id="89" name="Google Shape;89;p5"/>
          <p:cNvPicPr preferRelativeResize="0"/>
          <p:nvPr/>
        </p:nvPicPr>
        <p:blipFill rotWithShape="1">
          <a:blip r:embed="rId3">
            <a:alphaModFix/>
          </a:blip>
          <a:srcRect/>
          <a:stretch/>
        </p:blipFill>
        <p:spPr>
          <a:xfrm>
            <a:off x="5723651" y="313451"/>
            <a:ext cx="524749" cy="524749"/>
          </a:xfrm>
          <a:prstGeom prst="rect">
            <a:avLst/>
          </a:prstGeom>
          <a:noFill/>
          <a:ln>
            <a:noFill/>
          </a:ln>
        </p:spPr>
      </p:pic>
      <p:pic>
        <p:nvPicPr>
          <p:cNvPr id="90" name="Google Shape;90;p5"/>
          <p:cNvPicPr preferRelativeResize="0"/>
          <p:nvPr/>
        </p:nvPicPr>
        <p:blipFill rotWithShape="1">
          <a:blip r:embed="rId4">
            <a:alphaModFix/>
          </a:blip>
          <a:srcRect/>
          <a:stretch/>
        </p:blipFill>
        <p:spPr>
          <a:xfrm>
            <a:off x="133350" y="1111250"/>
            <a:ext cx="11925300" cy="52133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6"/>
          <p:cNvSpPr/>
          <p:nvPr/>
        </p:nvSpPr>
        <p:spPr>
          <a:xfrm>
            <a:off x="0" y="304801"/>
            <a:ext cx="5659755" cy="561824"/>
          </a:xfrm>
          <a:custGeom>
            <a:avLst/>
            <a:gdLst/>
            <a:ahLst/>
            <a:cxnLst/>
            <a:rect l="l" t="t" r="r" b="b"/>
            <a:pathLst>
              <a:path w="5659755" h="415290" extrusionOk="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6" name="Google Shape;96;p6"/>
          <p:cNvSpPr txBox="1"/>
          <p:nvPr/>
        </p:nvSpPr>
        <p:spPr>
          <a:xfrm>
            <a:off x="381000" y="381000"/>
            <a:ext cx="4724400"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s-PE" sz="2400" b="1">
                <a:solidFill>
                  <a:srgbClr val="FFFFFF"/>
                </a:solidFill>
                <a:latin typeface="Arial"/>
                <a:ea typeface="Arial"/>
                <a:cs typeface="Arial"/>
                <a:sym typeface="Arial"/>
              </a:rPr>
              <a:t>Logro de la sesión</a:t>
            </a:r>
            <a:endParaRPr sz="2400">
              <a:solidFill>
                <a:schemeClr val="dk1"/>
              </a:solidFill>
              <a:latin typeface="Arial"/>
              <a:ea typeface="Arial"/>
              <a:cs typeface="Arial"/>
              <a:sym typeface="Arial"/>
            </a:endParaRPr>
          </a:p>
        </p:txBody>
      </p:sp>
      <p:sp>
        <p:nvSpPr>
          <p:cNvPr id="97" name="Google Shape;97;p6"/>
          <p:cNvSpPr txBox="1"/>
          <p:nvPr/>
        </p:nvSpPr>
        <p:spPr>
          <a:xfrm>
            <a:off x="3886200" y="3581400"/>
            <a:ext cx="6476999" cy="295402"/>
          </a:xfrm>
          <a:prstGeom prst="rect">
            <a:avLst/>
          </a:prstGeom>
          <a:solidFill>
            <a:srgbClr val="FFFFFF"/>
          </a:solidFill>
          <a:ln>
            <a:noFill/>
          </a:ln>
        </p:spPr>
        <p:txBody>
          <a:bodyPr spcFirstLastPara="1" wrap="square" lIns="0" tIns="0" rIns="0" bIns="0" anchor="t" anchorCtr="0">
            <a:spAutoFit/>
          </a:bodyPr>
          <a:lstStyle/>
          <a:p>
            <a:pPr marL="0" marR="0" lvl="0" indent="0" algn="l" rtl="0">
              <a:lnSpc>
                <a:spcPct val="65312"/>
              </a:lnSpc>
              <a:spcBef>
                <a:spcPts val="0"/>
              </a:spcBef>
              <a:spcAft>
                <a:spcPts val="0"/>
              </a:spcAft>
              <a:buNone/>
            </a:pPr>
            <a:endParaRPr sz="3200">
              <a:solidFill>
                <a:schemeClr val="dk1"/>
              </a:solidFill>
              <a:latin typeface="Arial"/>
              <a:ea typeface="Arial"/>
              <a:cs typeface="Arial"/>
              <a:sym typeface="Arial"/>
            </a:endParaRPr>
          </a:p>
        </p:txBody>
      </p:sp>
      <p:sp>
        <p:nvSpPr>
          <p:cNvPr id="98" name="Google Shape;98;p6"/>
          <p:cNvSpPr txBox="1"/>
          <p:nvPr/>
        </p:nvSpPr>
        <p:spPr>
          <a:xfrm>
            <a:off x="2552700" y="4332800"/>
            <a:ext cx="7086600" cy="23083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2400">
                <a:solidFill>
                  <a:schemeClr val="dk1"/>
                </a:solidFill>
                <a:latin typeface="Arial"/>
                <a:ea typeface="Arial"/>
                <a:cs typeface="Arial"/>
                <a:sym typeface="Arial"/>
              </a:rPr>
              <a:t>Al final de la sesión el estudiante aplica patrones creacionales: </a:t>
            </a:r>
            <a:endParaRPr/>
          </a:p>
          <a:p>
            <a:pPr marL="0" marR="0" lvl="0" indent="0" algn="ctr" rtl="0">
              <a:spcBef>
                <a:spcPts val="0"/>
              </a:spcBef>
              <a:spcAft>
                <a:spcPts val="0"/>
              </a:spcAft>
              <a:buNone/>
            </a:pPr>
            <a:r>
              <a:rPr lang="es-PE" sz="2400">
                <a:solidFill>
                  <a:schemeClr val="dk1"/>
                </a:solidFill>
                <a:latin typeface="Arial"/>
                <a:ea typeface="Arial"/>
                <a:cs typeface="Arial"/>
                <a:sym typeface="Arial"/>
              </a:rPr>
              <a:t>Patrón Factory. Patrón Abstract Factory. Patrón Abstract Builder en un contexto definido</a:t>
            </a:r>
            <a:endParaRPr/>
          </a:p>
          <a:p>
            <a:pPr marL="0" marR="0" lvl="0" indent="0" algn="ctr" rtl="0">
              <a:spcBef>
                <a:spcPts val="0"/>
              </a:spcBef>
              <a:spcAft>
                <a:spcPts val="0"/>
              </a:spcAft>
              <a:buNone/>
            </a:pPr>
            <a:endParaRPr sz="2400">
              <a:solidFill>
                <a:schemeClr val="dk1"/>
              </a:solidFill>
              <a:latin typeface="Arial"/>
              <a:ea typeface="Arial"/>
              <a:cs typeface="Arial"/>
              <a:sym typeface="Arial"/>
            </a:endParaRPr>
          </a:p>
          <a:p>
            <a:pPr marL="0" marR="0" lvl="0" indent="0" algn="ctr" rtl="0">
              <a:spcBef>
                <a:spcPts val="0"/>
              </a:spcBef>
              <a:spcAft>
                <a:spcPts val="0"/>
              </a:spcAft>
              <a:buNone/>
            </a:pPr>
            <a:r>
              <a:rPr lang="es-PE" sz="2400">
                <a:solidFill>
                  <a:schemeClr val="dk1"/>
                </a:solidFill>
                <a:latin typeface="Arial"/>
                <a:ea typeface="Arial"/>
                <a:cs typeface="Arial"/>
                <a:sym typeface="Arial"/>
              </a:rPr>
              <a:t>.</a:t>
            </a:r>
            <a:endParaRPr sz="2400">
              <a:solidFill>
                <a:schemeClr val="dk1"/>
              </a:solidFill>
              <a:latin typeface="Arial"/>
              <a:ea typeface="Arial"/>
              <a:cs typeface="Arial"/>
              <a:sym typeface="Arial"/>
            </a:endParaRPr>
          </a:p>
        </p:txBody>
      </p:sp>
      <p:pic>
        <p:nvPicPr>
          <p:cNvPr id="99" name="Google Shape;99;p6"/>
          <p:cNvPicPr preferRelativeResize="0"/>
          <p:nvPr/>
        </p:nvPicPr>
        <p:blipFill rotWithShape="1">
          <a:blip r:embed="rId3">
            <a:alphaModFix/>
          </a:blip>
          <a:srcRect/>
          <a:stretch/>
        </p:blipFill>
        <p:spPr>
          <a:xfrm>
            <a:off x="5783622" y="292547"/>
            <a:ext cx="559075" cy="559062"/>
          </a:xfrm>
          <a:prstGeom prst="rect">
            <a:avLst/>
          </a:prstGeom>
          <a:noFill/>
          <a:ln>
            <a:noFill/>
          </a:ln>
        </p:spPr>
      </p:pic>
      <p:pic>
        <p:nvPicPr>
          <p:cNvPr id="100" name="Google Shape;100;p6"/>
          <p:cNvPicPr preferRelativeResize="0"/>
          <p:nvPr/>
        </p:nvPicPr>
        <p:blipFill rotWithShape="1">
          <a:blip r:embed="rId4">
            <a:alphaModFix/>
          </a:blip>
          <a:srcRect/>
          <a:stretch/>
        </p:blipFill>
        <p:spPr>
          <a:xfrm>
            <a:off x="245918" y="963606"/>
            <a:ext cx="11925300" cy="1841500"/>
          </a:xfrm>
          <a:prstGeom prst="rect">
            <a:avLst/>
          </a:prstGeom>
          <a:noFill/>
          <a:ln>
            <a:noFill/>
          </a:ln>
        </p:spPr>
      </p:pic>
      <p:pic>
        <p:nvPicPr>
          <p:cNvPr id="101" name="Google Shape;101;p6"/>
          <p:cNvPicPr preferRelativeResize="0"/>
          <p:nvPr/>
        </p:nvPicPr>
        <p:blipFill rotWithShape="1">
          <a:blip r:embed="rId5">
            <a:alphaModFix/>
          </a:blip>
          <a:srcRect/>
          <a:stretch/>
        </p:blipFill>
        <p:spPr>
          <a:xfrm>
            <a:off x="245918" y="2590800"/>
            <a:ext cx="11925300" cy="16383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7"/>
          <p:cNvSpPr/>
          <p:nvPr/>
        </p:nvSpPr>
        <p:spPr>
          <a:xfrm>
            <a:off x="0" y="304801"/>
            <a:ext cx="5659755" cy="561824"/>
          </a:xfrm>
          <a:custGeom>
            <a:avLst/>
            <a:gdLst/>
            <a:ahLst/>
            <a:cxnLst/>
            <a:rect l="l" t="t" r="r" b="b"/>
            <a:pathLst>
              <a:path w="5659755" h="415290" extrusionOk="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7" name="Google Shape;107;p7"/>
          <p:cNvSpPr txBox="1"/>
          <p:nvPr/>
        </p:nvSpPr>
        <p:spPr>
          <a:xfrm>
            <a:off x="381000" y="381000"/>
            <a:ext cx="4724400"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s-PE" sz="2400" b="1">
                <a:solidFill>
                  <a:srgbClr val="FFFFFF"/>
                </a:solidFill>
                <a:latin typeface="Arial"/>
                <a:ea typeface="Arial"/>
                <a:cs typeface="Arial"/>
                <a:sym typeface="Arial"/>
              </a:rPr>
              <a:t>Importancia de la sesión</a:t>
            </a:r>
            <a:endParaRPr sz="2400">
              <a:solidFill>
                <a:schemeClr val="dk1"/>
              </a:solidFill>
              <a:latin typeface="Arial"/>
              <a:ea typeface="Arial"/>
              <a:cs typeface="Arial"/>
              <a:sym typeface="Arial"/>
            </a:endParaRPr>
          </a:p>
        </p:txBody>
      </p:sp>
      <p:sp>
        <p:nvSpPr>
          <p:cNvPr id="108" name="Google Shape;108;p7"/>
          <p:cNvSpPr txBox="1"/>
          <p:nvPr/>
        </p:nvSpPr>
        <p:spPr>
          <a:xfrm>
            <a:off x="3886200" y="3581400"/>
            <a:ext cx="6476999" cy="295402"/>
          </a:xfrm>
          <a:prstGeom prst="rect">
            <a:avLst/>
          </a:prstGeom>
          <a:solidFill>
            <a:srgbClr val="FFFFFF"/>
          </a:solidFill>
          <a:ln>
            <a:noFill/>
          </a:ln>
        </p:spPr>
        <p:txBody>
          <a:bodyPr spcFirstLastPara="1" wrap="square" lIns="0" tIns="0" rIns="0" bIns="0" anchor="t" anchorCtr="0">
            <a:spAutoFit/>
          </a:bodyPr>
          <a:lstStyle/>
          <a:p>
            <a:pPr marL="0" marR="0" lvl="0" indent="0" algn="l" rtl="0">
              <a:lnSpc>
                <a:spcPct val="65312"/>
              </a:lnSpc>
              <a:spcBef>
                <a:spcPts val="0"/>
              </a:spcBef>
              <a:spcAft>
                <a:spcPts val="0"/>
              </a:spcAft>
              <a:buNone/>
            </a:pPr>
            <a:endParaRPr sz="3200">
              <a:solidFill>
                <a:schemeClr val="dk1"/>
              </a:solidFill>
              <a:latin typeface="Arial"/>
              <a:ea typeface="Arial"/>
              <a:cs typeface="Arial"/>
              <a:sym typeface="Arial"/>
            </a:endParaRPr>
          </a:p>
        </p:txBody>
      </p:sp>
      <p:sp>
        <p:nvSpPr>
          <p:cNvPr id="109" name="Google Shape;109;p7"/>
          <p:cNvSpPr txBox="1"/>
          <p:nvPr/>
        </p:nvSpPr>
        <p:spPr>
          <a:xfrm>
            <a:off x="1752600" y="1122202"/>
            <a:ext cx="8382000" cy="397031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2800">
                <a:solidFill>
                  <a:schemeClr val="dk1"/>
                </a:solidFill>
                <a:latin typeface="Arial"/>
                <a:ea typeface="Arial"/>
                <a:cs typeface="Arial"/>
                <a:sym typeface="Arial"/>
              </a:rPr>
              <a:t>Un patrón de diseño de fábrica es una forma de patrón de diseño de creación que nos permite crear un objeto para instanciarlo mediante una interfaz o una clase. La fábrica es el método más eficiente para crear un objeto. Los objetos se crean mediante este método sin proporcionarle el razonamiento al cliente. El cliente utiliza la misma interfaz estándar para crear un nuevo tipo de objeto.</a:t>
            </a:r>
            <a:endParaRPr sz="3200">
              <a:solidFill>
                <a:schemeClr val="dk1"/>
              </a:solidFill>
              <a:latin typeface="Arial"/>
              <a:ea typeface="Arial"/>
              <a:cs typeface="Arial"/>
              <a:sym typeface="Arial"/>
            </a:endParaRPr>
          </a:p>
        </p:txBody>
      </p:sp>
      <p:pic>
        <p:nvPicPr>
          <p:cNvPr id="110" name="Google Shape;110;p7"/>
          <p:cNvPicPr preferRelativeResize="0"/>
          <p:nvPr/>
        </p:nvPicPr>
        <p:blipFill rotWithShape="1">
          <a:blip r:embed="rId3">
            <a:alphaModFix/>
          </a:blip>
          <a:srcRect/>
          <a:stretch/>
        </p:blipFill>
        <p:spPr>
          <a:xfrm>
            <a:off x="5817875" y="304800"/>
            <a:ext cx="506725" cy="56182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8"/>
          <p:cNvSpPr txBox="1"/>
          <p:nvPr/>
        </p:nvSpPr>
        <p:spPr>
          <a:xfrm>
            <a:off x="1966912" y="2890391"/>
            <a:ext cx="8258176" cy="1582484"/>
          </a:xfrm>
          <a:prstGeom prst="rect">
            <a:avLst/>
          </a:prstGeom>
          <a:solidFill>
            <a:srgbClr val="D1052D"/>
          </a:solidFill>
          <a:ln w="9525" cap="flat" cmpd="sng">
            <a:solidFill>
              <a:srgbClr val="7C5F9F"/>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12700" marR="0" lvl="0" indent="0" algn="l" rtl="0">
              <a:lnSpc>
                <a:spcPct val="100000"/>
              </a:lnSpc>
              <a:spcBef>
                <a:spcPts val="0"/>
              </a:spcBef>
              <a:spcAft>
                <a:spcPts val="0"/>
              </a:spcAft>
              <a:buNone/>
            </a:pPr>
            <a:r>
              <a:rPr lang="es-PE" sz="3200" b="1">
                <a:solidFill>
                  <a:schemeClr val="lt1"/>
                </a:solidFill>
                <a:latin typeface="Calibri"/>
                <a:ea typeface="Calibri"/>
                <a:cs typeface="Calibri"/>
                <a:sym typeface="Calibri"/>
              </a:rPr>
              <a:t>Patrones Creacionales: </a:t>
            </a:r>
            <a:endParaRPr/>
          </a:p>
          <a:p>
            <a:pPr marL="12700" marR="0" lvl="0" indent="0" algn="l" rtl="0">
              <a:lnSpc>
                <a:spcPct val="100000"/>
              </a:lnSpc>
              <a:spcBef>
                <a:spcPts val="100"/>
              </a:spcBef>
              <a:spcAft>
                <a:spcPts val="0"/>
              </a:spcAft>
              <a:buNone/>
            </a:pPr>
            <a:r>
              <a:rPr lang="es-PE" sz="3200" b="1">
                <a:solidFill>
                  <a:schemeClr val="lt1"/>
                </a:solidFill>
                <a:latin typeface="Calibri"/>
                <a:ea typeface="Calibri"/>
                <a:cs typeface="Calibri"/>
                <a:sym typeface="Calibri"/>
              </a:rPr>
              <a:t>Patrón Factory. Patrón Abstract Factory. Patrón Abstract Builder. </a:t>
            </a:r>
            <a:endParaRPr/>
          </a:p>
        </p:txBody>
      </p:sp>
      <p:sp>
        <p:nvSpPr>
          <p:cNvPr id="116" name="Google Shape;116;p8"/>
          <p:cNvSpPr txBox="1"/>
          <p:nvPr/>
        </p:nvSpPr>
        <p:spPr>
          <a:xfrm>
            <a:off x="4076700" y="1991427"/>
            <a:ext cx="4038600" cy="646331"/>
          </a:xfrm>
          <a:prstGeom prst="rect">
            <a:avLst/>
          </a:prstGeom>
          <a:noFill/>
          <a:ln>
            <a:noFill/>
          </a:ln>
        </p:spPr>
        <p:txBody>
          <a:bodyPr spcFirstLastPara="1" wrap="square" lIns="91425" tIns="45700" rIns="91425" bIns="45700" anchor="t" anchorCtr="0">
            <a:spAutoFit/>
          </a:bodyPr>
          <a:lstStyle/>
          <a:p>
            <a:pPr marL="12700" marR="0" lvl="0" indent="0" algn="ctr" rtl="0">
              <a:lnSpc>
                <a:spcPct val="100000"/>
              </a:lnSpc>
              <a:spcBef>
                <a:spcPts val="0"/>
              </a:spcBef>
              <a:spcAft>
                <a:spcPts val="0"/>
              </a:spcAft>
              <a:buNone/>
            </a:pPr>
            <a:r>
              <a:rPr lang="es-PE" sz="3600" b="1">
                <a:solidFill>
                  <a:srgbClr val="000000"/>
                </a:solidFill>
                <a:latin typeface="Arial"/>
                <a:ea typeface="Arial"/>
                <a:cs typeface="Arial"/>
                <a:sym typeface="Arial"/>
              </a:rPr>
              <a:t>SESIÓN N° 07:</a:t>
            </a:r>
            <a:endParaRPr sz="3600" b="1">
              <a:solidFill>
                <a:srgbClr val="000000"/>
              </a:solidFill>
              <a:latin typeface="Arial"/>
              <a:ea typeface="Arial"/>
              <a:cs typeface="Arial"/>
              <a:sym typeface="Arial"/>
            </a:endParaRPr>
          </a:p>
        </p:txBody>
      </p:sp>
      <p:sp>
        <p:nvSpPr>
          <p:cNvPr id="117" name="Google Shape;117;p8"/>
          <p:cNvSpPr/>
          <p:nvPr/>
        </p:nvSpPr>
        <p:spPr>
          <a:xfrm>
            <a:off x="0" y="304801"/>
            <a:ext cx="5659755" cy="561824"/>
          </a:xfrm>
          <a:custGeom>
            <a:avLst/>
            <a:gdLst/>
            <a:ahLst/>
            <a:cxnLst/>
            <a:rect l="l" t="t" r="r" b="b"/>
            <a:pathLst>
              <a:path w="5659755" h="415290" extrusionOk="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8" name="Google Shape;118;p8"/>
          <p:cNvSpPr txBox="1"/>
          <p:nvPr/>
        </p:nvSpPr>
        <p:spPr>
          <a:xfrm>
            <a:off x="381000" y="381000"/>
            <a:ext cx="4724400"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s-PE" sz="2400" b="1">
                <a:solidFill>
                  <a:srgbClr val="FFFFFF"/>
                </a:solidFill>
                <a:latin typeface="Arial"/>
                <a:ea typeface="Arial"/>
                <a:cs typeface="Arial"/>
                <a:sym typeface="Arial"/>
              </a:rPr>
              <a:t>Temario</a:t>
            </a:r>
            <a:endParaRPr sz="2400">
              <a:solidFill>
                <a:schemeClr val="dk1"/>
              </a:solidFill>
              <a:latin typeface="Arial"/>
              <a:ea typeface="Arial"/>
              <a:cs typeface="Arial"/>
              <a:sym typeface="Arial"/>
            </a:endParaRPr>
          </a:p>
        </p:txBody>
      </p:sp>
      <p:pic>
        <p:nvPicPr>
          <p:cNvPr id="119" name="Google Shape;119;p8"/>
          <p:cNvPicPr preferRelativeResize="0"/>
          <p:nvPr/>
        </p:nvPicPr>
        <p:blipFill rotWithShape="1">
          <a:blip r:embed="rId3">
            <a:alphaModFix/>
          </a:blip>
          <a:srcRect/>
          <a:stretch/>
        </p:blipFill>
        <p:spPr>
          <a:xfrm>
            <a:off x="5723651" y="313451"/>
            <a:ext cx="524749" cy="524749"/>
          </a:xfrm>
          <a:prstGeom prst="rect">
            <a:avLst/>
          </a:prstGeom>
          <a:noFill/>
          <a:ln>
            <a:noFill/>
          </a:ln>
        </p:spPr>
      </p:pic>
      <p:sp>
        <p:nvSpPr>
          <p:cNvPr id="120" name="Google Shape;120;p8"/>
          <p:cNvSpPr txBox="1"/>
          <p:nvPr/>
        </p:nvSpPr>
        <p:spPr>
          <a:xfrm>
            <a:off x="365760" y="973304"/>
            <a:ext cx="5357891"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000" b="1">
                <a:solidFill>
                  <a:schemeClr val="dk1"/>
                </a:solidFill>
                <a:latin typeface="Arial"/>
                <a:ea typeface="Arial"/>
                <a:cs typeface="Arial"/>
                <a:sym typeface="Arial"/>
              </a:rPr>
              <a:t>¡Que no se te escape nada de tu clase!:</a:t>
            </a:r>
            <a:endParaRPr sz="200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9"/>
          <p:cNvSpPr txBox="1"/>
          <p:nvPr/>
        </p:nvSpPr>
        <p:spPr>
          <a:xfrm>
            <a:off x="589935" y="161029"/>
            <a:ext cx="6096000"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400" b="0" dirty="0" smtClean="0">
                <a:solidFill>
                  <a:srgbClr val="C00000"/>
                </a:solidFill>
                <a:latin typeface="Calibri"/>
                <a:ea typeface="Calibri"/>
                <a:cs typeface="Calibri"/>
                <a:sym typeface="Calibri"/>
              </a:rPr>
              <a:t>Patrón de arquitectura versus patrón de diseño</a:t>
            </a:r>
            <a:endParaRPr sz="1800" dirty="0">
              <a:solidFill>
                <a:schemeClr val="dk1"/>
              </a:solidFill>
              <a:latin typeface="Calibri"/>
              <a:ea typeface="Calibri"/>
              <a:cs typeface="Calibri"/>
              <a:sym typeface="Calibri"/>
            </a:endParaRPr>
          </a:p>
        </p:txBody>
      </p:sp>
      <p:pic>
        <p:nvPicPr>
          <p:cNvPr id="126" name="Google Shape;126;p9"/>
          <p:cNvPicPr preferRelativeResize="0"/>
          <p:nvPr/>
        </p:nvPicPr>
        <p:blipFill rotWithShape="1">
          <a:blip r:embed="rId3">
            <a:alphaModFix/>
          </a:blip>
          <a:srcRect/>
          <a:stretch/>
        </p:blipFill>
        <p:spPr>
          <a:xfrm>
            <a:off x="9247241" y="152400"/>
            <a:ext cx="2483508" cy="553998"/>
          </a:xfrm>
          <a:prstGeom prst="rect">
            <a:avLst/>
          </a:prstGeom>
          <a:noFill/>
          <a:ln>
            <a:noFill/>
          </a:ln>
        </p:spPr>
      </p:pic>
      <p:graphicFrame>
        <p:nvGraphicFramePr>
          <p:cNvPr id="2" name="Diagrama 1"/>
          <p:cNvGraphicFramePr/>
          <p:nvPr>
            <p:extLst>
              <p:ext uri="{D42A27DB-BD31-4B8C-83A1-F6EECF244321}">
                <p14:modId xmlns:p14="http://schemas.microsoft.com/office/powerpoint/2010/main" val="1213101727"/>
              </p:ext>
            </p:extLst>
          </p:nvPr>
        </p:nvGraphicFramePr>
        <p:xfrm>
          <a:off x="1706685" y="1046285"/>
          <a:ext cx="7736254" cy="509204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9"/>
          <p:cNvSpPr txBox="1"/>
          <p:nvPr/>
        </p:nvSpPr>
        <p:spPr>
          <a:xfrm>
            <a:off x="589935" y="161029"/>
            <a:ext cx="6096000" cy="7386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400" b="0">
                <a:solidFill>
                  <a:srgbClr val="C00000"/>
                </a:solidFill>
                <a:latin typeface="Calibri"/>
                <a:ea typeface="Calibri"/>
                <a:cs typeface="Calibri"/>
                <a:sym typeface="Calibri"/>
              </a:rPr>
              <a:t>Patrones creacionales - Factory</a:t>
            </a:r>
            <a:endParaRPr sz="2400">
              <a:solidFill>
                <a:srgbClr val="C00000"/>
              </a:solidFill>
              <a:latin typeface="Calibri"/>
              <a:ea typeface="Calibri"/>
              <a:cs typeface="Calibri"/>
              <a:sym typeface="Calibri"/>
            </a:endParaRPr>
          </a:p>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pic>
        <p:nvPicPr>
          <p:cNvPr id="126" name="Google Shape;126;p9"/>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127" name="Google Shape;127;p9"/>
          <p:cNvSpPr txBox="1"/>
          <p:nvPr/>
        </p:nvSpPr>
        <p:spPr>
          <a:xfrm>
            <a:off x="764457" y="706398"/>
            <a:ext cx="10663085" cy="37856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400">
                <a:solidFill>
                  <a:schemeClr val="dk1"/>
                </a:solidFill>
                <a:latin typeface="Calibri"/>
                <a:ea typeface="Calibri"/>
                <a:cs typeface="Calibri"/>
                <a:sym typeface="Calibri"/>
              </a:rPr>
              <a:t>El patrón Factory es un patrón de diseño de creación, lo que significa que se ocupa de la creación de objetos. </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En el diseño Factory, generamos objetos sin revelar el mecanismo de creación al cliente, y el cliente crea nuevos tipos de objetos utilizando la misma interfaz estándar.</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El objetivo es emplear una función miembro estática (patrón Factory estático) que crea y devuelve instancias mientras mantiene oculta la información del módulo de clase para el usuario.</a:t>
            </a:r>
            <a:endParaRPr/>
          </a:p>
        </p:txBody>
      </p:sp>
    </p:spTree>
    <p:extLst>
      <p:ext uri="{BB962C8B-B14F-4D97-AF65-F5344CB8AC3E}">
        <p14:creationId xmlns:p14="http://schemas.microsoft.com/office/powerpoint/2010/main" val="2694982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0"/>
          <p:cNvSpPr txBox="1"/>
          <p:nvPr/>
        </p:nvSpPr>
        <p:spPr>
          <a:xfrm>
            <a:off x="589935" y="161029"/>
            <a:ext cx="6096000" cy="7386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400" b="0">
                <a:solidFill>
                  <a:srgbClr val="C00000"/>
                </a:solidFill>
                <a:latin typeface="Calibri"/>
                <a:ea typeface="Calibri"/>
                <a:cs typeface="Calibri"/>
                <a:sym typeface="Calibri"/>
              </a:rPr>
              <a:t>Patrones creacionales - Factory</a:t>
            </a:r>
            <a:endParaRPr sz="2400">
              <a:solidFill>
                <a:srgbClr val="C00000"/>
              </a:solidFill>
              <a:latin typeface="Calibri"/>
              <a:ea typeface="Calibri"/>
              <a:cs typeface="Calibri"/>
              <a:sym typeface="Calibri"/>
            </a:endParaRPr>
          </a:p>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pic>
        <p:nvPicPr>
          <p:cNvPr id="133" name="Google Shape;133;p10"/>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134" name="Google Shape;134;p10"/>
          <p:cNvSpPr txBox="1"/>
          <p:nvPr/>
        </p:nvSpPr>
        <p:spPr>
          <a:xfrm>
            <a:off x="764457" y="706398"/>
            <a:ext cx="10663085" cy="26776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400">
                <a:solidFill>
                  <a:schemeClr val="dk1"/>
                </a:solidFill>
                <a:latin typeface="Calibri"/>
                <a:ea typeface="Calibri"/>
                <a:cs typeface="Calibri"/>
                <a:sym typeface="Calibri"/>
              </a:rPr>
              <a:t>Un patrón de fábrica es una de las ideas de diseño clave para crear un objeto, que permite a los clientes generar objetos de biblioteca de una manera que no esté estrechamente vinculada con la jerarquía de clases de la biblioteca.</a:t>
            </a:r>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¿A qué nos referimos exactamente cuando hablamos de "biblioteca" y "clientes"?</a:t>
            </a:r>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Una biblioteca es proporcionada por un tercero y expone algunas API públicas a las que los clientes realizan llamadas para realizar sus trabajos. Los diferentes tipos de vistas que ofrece el sistema operativo Android son un ejemplo sencillo.</a:t>
            </a:r>
            <a:endParaRPr/>
          </a:p>
        </p:txBody>
      </p:sp>
      <p:pic>
        <p:nvPicPr>
          <p:cNvPr id="135" name="Google Shape;135;p10"/>
          <p:cNvPicPr preferRelativeResize="0"/>
          <p:nvPr/>
        </p:nvPicPr>
        <p:blipFill rotWithShape="1">
          <a:blip r:embed="rId4">
            <a:alphaModFix/>
          </a:blip>
          <a:srcRect/>
          <a:stretch/>
        </p:blipFill>
        <p:spPr>
          <a:xfrm>
            <a:off x="2514600" y="3384054"/>
            <a:ext cx="6400800" cy="293512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1"/>
          <p:cNvSpPr txBox="1"/>
          <p:nvPr/>
        </p:nvSpPr>
        <p:spPr>
          <a:xfrm>
            <a:off x="589935" y="161029"/>
            <a:ext cx="6096000" cy="7386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400" b="0">
                <a:solidFill>
                  <a:srgbClr val="C00000"/>
                </a:solidFill>
                <a:latin typeface="Calibri"/>
                <a:ea typeface="Calibri"/>
                <a:cs typeface="Calibri"/>
                <a:sym typeface="Calibri"/>
              </a:rPr>
              <a:t>Patrones creacionales - Aplicabilidad</a:t>
            </a:r>
            <a:endParaRPr sz="2400">
              <a:solidFill>
                <a:srgbClr val="C00000"/>
              </a:solidFill>
              <a:latin typeface="Calibri"/>
              <a:ea typeface="Calibri"/>
              <a:cs typeface="Calibri"/>
              <a:sym typeface="Calibri"/>
            </a:endParaRPr>
          </a:p>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pic>
        <p:nvPicPr>
          <p:cNvPr id="141" name="Google Shape;141;p11"/>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142" name="Google Shape;142;p11"/>
          <p:cNvSpPr txBox="1"/>
          <p:nvPr/>
        </p:nvSpPr>
        <p:spPr>
          <a:xfrm>
            <a:off x="764457" y="706398"/>
            <a:ext cx="10663085" cy="489364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400">
                <a:solidFill>
                  <a:schemeClr val="dk1"/>
                </a:solidFill>
                <a:latin typeface="Calibri"/>
                <a:ea typeface="Calibri"/>
                <a:cs typeface="Calibri"/>
                <a:sym typeface="Calibri"/>
              </a:rPr>
              <a:t>Su principio es similar al polimorfismo en el sentido de que no se requieren modificaciones en el código del cliente. Supongamos que deseamos dibujar varias formas, como rectángulos, cuadrados, círculos, etc. El método Factory Pattern puede usarse para crear la instancia en función de la entrada del usuario.</a:t>
            </a:r>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Podemos reservar un vehículo de una rueda, de dos ruedas, de tres ruedas y de cuatro ruedas en una aplicación de taxi. El cliente puede reservar cualquiera de los viajes que desee desde esta página. Podemos construir una clase llamada Booking con la ayuda de la función Factory, que nos permitirá generar una instancia que acepte la entrada del usuario. Como resultado, el desarrollador no necesita alterar el código completo para implementar la nueva función.</a:t>
            </a:r>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El método Factory elimina el código lógico complejo que es difícil de conservar. También nos impide realizar cambios en la base de código, ya que alterar el código existente puede producir fallas sutiles y hacer que cambie el comportamiento.</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2"/>
          <p:cNvSpPr txBox="1"/>
          <p:nvPr/>
        </p:nvSpPr>
        <p:spPr>
          <a:xfrm>
            <a:off x="589934" y="161029"/>
            <a:ext cx="7182465" cy="7386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400" b="0">
                <a:solidFill>
                  <a:srgbClr val="C00000"/>
                </a:solidFill>
                <a:latin typeface="Calibri"/>
                <a:ea typeface="Calibri"/>
                <a:cs typeface="Calibri"/>
                <a:sym typeface="Calibri"/>
              </a:rPr>
              <a:t>Patrones creacionales – caso de estudio de ejemplo</a:t>
            </a:r>
            <a:endParaRPr sz="2400">
              <a:solidFill>
                <a:srgbClr val="C00000"/>
              </a:solidFill>
              <a:latin typeface="Calibri"/>
              <a:ea typeface="Calibri"/>
              <a:cs typeface="Calibri"/>
              <a:sym typeface="Calibri"/>
            </a:endParaRPr>
          </a:p>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pic>
        <p:nvPicPr>
          <p:cNvPr id="148" name="Google Shape;148;p12"/>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149" name="Google Shape;149;p12"/>
          <p:cNvSpPr txBox="1"/>
          <p:nvPr/>
        </p:nvSpPr>
        <p:spPr>
          <a:xfrm>
            <a:off x="764457" y="706398"/>
            <a:ext cx="10663085" cy="41549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400">
                <a:solidFill>
                  <a:schemeClr val="dk1"/>
                </a:solidFill>
                <a:latin typeface="Calibri"/>
                <a:ea typeface="Calibri"/>
                <a:cs typeface="Calibri"/>
                <a:sym typeface="Calibri"/>
              </a:rPr>
              <a:t>Supongamos que queremos crear un sitio web que venda libros en varias partes del país. </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La primera edición del sitio web solo acepta pedidos de libros, pero a medida que pase el tiempo y nuestro sitio web crezca en popularidad, no agregaremos cosas adicionales a las ventas, como ropa y calzado. </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Es un concepto excelente, pero ¿qué pasa con los desarrolladores de software? Ahora deben actualizar todo el código base porque la mayor parte del código está relacionado con la clase del libro y deben alterar todo el código base. Puede resultar en un código desordenado.</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3"/>
          <p:cNvSpPr txBox="1"/>
          <p:nvPr/>
        </p:nvSpPr>
        <p:spPr>
          <a:xfrm>
            <a:off x="589934" y="161029"/>
            <a:ext cx="7182465" cy="7386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400" b="0">
                <a:solidFill>
                  <a:srgbClr val="C00000"/>
                </a:solidFill>
                <a:latin typeface="Calibri"/>
                <a:ea typeface="Calibri"/>
                <a:cs typeface="Calibri"/>
                <a:sym typeface="Calibri"/>
              </a:rPr>
              <a:t>Patrones creacionales – caso de estudio de ejemplo</a:t>
            </a:r>
            <a:endParaRPr sz="2400">
              <a:solidFill>
                <a:srgbClr val="C00000"/>
              </a:solidFill>
              <a:latin typeface="Calibri"/>
              <a:ea typeface="Calibri"/>
              <a:cs typeface="Calibri"/>
              <a:sym typeface="Calibri"/>
            </a:endParaRPr>
          </a:p>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pic>
        <p:nvPicPr>
          <p:cNvPr id="155" name="Google Shape;155;p13"/>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156" name="Google Shape;156;p13"/>
          <p:cNvSpPr txBox="1"/>
          <p:nvPr/>
        </p:nvSpPr>
        <p:spPr>
          <a:xfrm>
            <a:off x="764457" y="706398"/>
            <a:ext cx="10663085" cy="34163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400">
                <a:solidFill>
                  <a:schemeClr val="dk1"/>
                </a:solidFill>
                <a:latin typeface="Calibri"/>
                <a:ea typeface="Calibri"/>
                <a:cs typeface="Calibri"/>
                <a:sym typeface="Calibri"/>
              </a:rPr>
              <a:t>En lugar de utilizar la construcción de objetos sencilla, utilizamos el patrón Factory específico en la solución para invocar el objeto de construcción. </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Ambos métodos de producción de objetos son bastante similares, pero se hace referencia a ellos dentro de la función Factory.</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Por ejemplo, nuestros productos de venta, como libros, teléfonos móviles, ropa y accesorios, deberían tener una interfaz de compra que declare un método de compra. Estos métodos se implementarán de forma diferente en cada clase.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4"/>
          <p:cNvSpPr txBox="1"/>
          <p:nvPr/>
        </p:nvSpPr>
        <p:spPr>
          <a:xfrm>
            <a:off x="589934" y="161029"/>
            <a:ext cx="7182465" cy="7386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400" b="0">
                <a:solidFill>
                  <a:srgbClr val="C00000"/>
                </a:solidFill>
                <a:latin typeface="Calibri"/>
                <a:ea typeface="Calibri"/>
                <a:cs typeface="Calibri"/>
                <a:sym typeface="Calibri"/>
              </a:rPr>
              <a:t>Patrones creacionales – Factory - ejemplo</a:t>
            </a:r>
            <a:endParaRPr sz="2400">
              <a:solidFill>
                <a:srgbClr val="C00000"/>
              </a:solidFill>
              <a:latin typeface="Calibri"/>
              <a:ea typeface="Calibri"/>
              <a:cs typeface="Calibri"/>
              <a:sym typeface="Calibri"/>
            </a:endParaRPr>
          </a:p>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pic>
        <p:nvPicPr>
          <p:cNvPr id="162" name="Google Shape;162;p14"/>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163" name="Google Shape;163;p14"/>
          <p:cNvSpPr txBox="1"/>
          <p:nvPr/>
        </p:nvSpPr>
        <p:spPr>
          <a:xfrm>
            <a:off x="764457" y="706398"/>
            <a:ext cx="10663085" cy="56323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800">
                <a:solidFill>
                  <a:schemeClr val="dk1"/>
                </a:solidFill>
                <a:latin typeface="Calibri"/>
                <a:ea typeface="Calibri"/>
                <a:cs typeface="Calibri"/>
                <a:sym typeface="Calibri"/>
              </a:rPr>
              <a:t>### Paso 1: Definir la interfaz del producto</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Interfaz de Notificación</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public interface Notificacion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void enviarMensaje(String mensaje);</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Paso 2: Crear implementaciones concretas del producto</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Implementación concreta de Notificación por Correo Electrónico</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public class NotificacionCorreo implements Notificacion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@Override</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public void enviarMensaje(String mensaje)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System.out.println("Enviando correo electrónico: " + mensaje);</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Implementación concreta de Notificación por SMS</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public class NotificacionSMS implements Notificacion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@Override</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public void enviarMensaje(String mensaje)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System.out.println("Enviando SMS: " + mensaje);</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a:t>
            </a:r>
            <a:endParaRPr/>
          </a:p>
        </p:txBody>
      </p:sp>
      <p:sp>
        <p:nvSpPr>
          <p:cNvPr id="164" name="Google Shape;164;p14"/>
          <p:cNvSpPr txBox="1"/>
          <p:nvPr/>
        </p:nvSpPr>
        <p:spPr>
          <a:xfrm>
            <a:off x="7315200" y="1186568"/>
            <a:ext cx="4567949" cy="48013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800">
                <a:solidFill>
                  <a:schemeClr val="dk1"/>
                </a:solidFill>
                <a:latin typeface="Calibri"/>
                <a:ea typeface="Calibri"/>
                <a:cs typeface="Calibri"/>
                <a:sym typeface="Calibri"/>
              </a:rPr>
              <a:t>### Paso 3: Crear la Fábrica</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Fábrica de Notificaciones</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public class NotificacionFactory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public static Notificacion crearNotificacion(String tipo)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if (tipo.equalsIgnoreCase("correo"))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return new NotificacionCorreo();</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 else if (tipo.equalsIgnoreCase("sms"))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return new NotificacionSMS();</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 else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throw new IllegalArgumentException("Tipo de notificación desconocido");</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5"/>
          <p:cNvSpPr txBox="1"/>
          <p:nvPr/>
        </p:nvSpPr>
        <p:spPr>
          <a:xfrm>
            <a:off x="589934" y="161029"/>
            <a:ext cx="7182465" cy="7386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400" b="0">
                <a:solidFill>
                  <a:srgbClr val="C00000"/>
                </a:solidFill>
                <a:latin typeface="Calibri"/>
                <a:ea typeface="Calibri"/>
                <a:cs typeface="Calibri"/>
                <a:sym typeface="Calibri"/>
              </a:rPr>
              <a:t>Patrones creacionales – Factory - ejemplo</a:t>
            </a:r>
            <a:endParaRPr sz="2400">
              <a:solidFill>
                <a:srgbClr val="C00000"/>
              </a:solidFill>
              <a:latin typeface="Calibri"/>
              <a:ea typeface="Calibri"/>
              <a:cs typeface="Calibri"/>
              <a:sym typeface="Calibri"/>
            </a:endParaRPr>
          </a:p>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pic>
        <p:nvPicPr>
          <p:cNvPr id="170" name="Google Shape;170;p15"/>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171" name="Google Shape;171;p15"/>
          <p:cNvSpPr txBox="1"/>
          <p:nvPr/>
        </p:nvSpPr>
        <p:spPr>
          <a:xfrm>
            <a:off x="764457" y="706398"/>
            <a:ext cx="10663085" cy="424731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800">
                <a:solidFill>
                  <a:schemeClr val="dk1"/>
                </a:solidFill>
                <a:latin typeface="Calibri"/>
                <a:ea typeface="Calibri"/>
                <a:cs typeface="Calibri"/>
                <a:sym typeface="Calibri"/>
              </a:rPr>
              <a:t>### Paso 4: Usar la Fábrica en el Cliente</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public class Cliente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public static void main(String[] args)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 Crear notificación por correo</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Notificacion notificacionCorreo = NotificacionFactory.crearNotificacion("correo");</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notificacionCorreo.enviarMensaje("Hola por correo!");</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 Crear notificación por SMS</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Notificacion notificacionSMS = NotificacionFactory.crearNotificacion("sms");</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notificacionSMS.enviarMensaje("Hola por SMS!");</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Salida esperada</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Enviando correo electrónico: Hola por correo!</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Enviando SMS: Hola por SMS! </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6"/>
          <p:cNvSpPr txBox="1"/>
          <p:nvPr/>
        </p:nvSpPr>
        <p:spPr>
          <a:xfrm>
            <a:off x="589934" y="161029"/>
            <a:ext cx="7182465" cy="7386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400" b="0">
                <a:solidFill>
                  <a:srgbClr val="C00000"/>
                </a:solidFill>
                <a:latin typeface="Calibri"/>
                <a:ea typeface="Calibri"/>
                <a:cs typeface="Calibri"/>
                <a:sym typeface="Calibri"/>
              </a:rPr>
              <a:t>Patrones creacionales – Abstract Factory</a:t>
            </a:r>
            <a:endParaRPr sz="2400">
              <a:solidFill>
                <a:srgbClr val="C00000"/>
              </a:solidFill>
              <a:latin typeface="Calibri"/>
              <a:ea typeface="Calibri"/>
              <a:cs typeface="Calibri"/>
              <a:sym typeface="Calibri"/>
            </a:endParaRPr>
          </a:p>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pic>
        <p:nvPicPr>
          <p:cNvPr id="177" name="Google Shape;177;p16"/>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178" name="Google Shape;178;p16"/>
          <p:cNvSpPr txBox="1"/>
          <p:nvPr/>
        </p:nvSpPr>
        <p:spPr>
          <a:xfrm>
            <a:off x="764457" y="706398"/>
            <a:ext cx="10663085" cy="52629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400">
                <a:solidFill>
                  <a:schemeClr val="dk1"/>
                </a:solidFill>
                <a:latin typeface="Calibri"/>
                <a:ea typeface="Calibri"/>
                <a:cs typeface="Calibri"/>
                <a:sym typeface="Calibri"/>
              </a:rPr>
              <a:t>El patrón Abstract Factory es un patrón de diseño creacional que proporciona una interfaz para crear familias de objetos relacionados o dependientes sin especificar sus clases concretas. Este patrón es útil cuando el sistema debe ser independiente de cómo sus productos son creados, compuestos y representados.</a:t>
            </a:r>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Estructura</a:t>
            </a:r>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 **Abstract Factory**: Declara una interfaz para la creación de productos abstractos.</a:t>
            </a:r>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 **Concrete Factory**: Implementa la interfaz de la fábrica abstracta para crear instancias de productos concretos.</a:t>
            </a:r>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 **Abstract Product**: Declara una interfaz para un tipo de producto.</a:t>
            </a:r>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 **Concrete Product**: Implementa la interfaz del producto abstracto.</a:t>
            </a:r>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 **Client**: Usa solo las interfaces declaradas por las fábricas abstractas y los productos abstractos.</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7"/>
          <p:cNvSpPr txBox="1"/>
          <p:nvPr/>
        </p:nvSpPr>
        <p:spPr>
          <a:xfrm>
            <a:off x="589934" y="161029"/>
            <a:ext cx="7182465" cy="7386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400" b="0">
                <a:solidFill>
                  <a:srgbClr val="C00000"/>
                </a:solidFill>
                <a:latin typeface="Calibri"/>
                <a:ea typeface="Calibri"/>
                <a:cs typeface="Calibri"/>
                <a:sym typeface="Calibri"/>
              </a:rPr>
              <a:t>Patrones creacionales – Abstract Factory</a:t>
            </a:r>
            <a:endParaRPr sz="2400">
              <a:solidFill>
                <a:srgbClr val="C00000"/>
              </a:solidFill>
              <a:latin typeface="Calibri"/>
              <a:ea typeface="Calibri"/>
              <a:cs typeface="Calibri"/>
              <a:sym typeface="Calibri"/>
            </a:endParaRPr>
          </a:p>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pic>
        <p:nvPicPr>
          <p:cNvPr id="184" name="Google Shape;184;p17"/>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185" name="Google Shape;185;p17"/>
          <p:cNvSpPr txBox="1"/>
          <p:nvPr/>
        </p:nvSpPr>
        <p:spPr>
          <a:xfrm>
            <a:off x="764457" y="706398"/>
            <a:ext cx="10663085" cy="52629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400">
                <a:solidFill>
                  <a:schemeClr val="dk1"/>
                </a:solidFill>
                <a:latin typeface="Calibri"/>
                <a:ea typeface="Calibri"/>
                <a:cs typeface="Calibri"/>
                <a:sym typeface="Calibri"/>
              </a:rPr>
              <a:t>Las clases abstractas de Factory suelen crearse con Factory Methods, aunque también pueden realizarse mediante Prototype.</a:t>
            </a:r>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Los Factory Methods suelen invocarse desde dentro de Template Methods.</a:t>
            </a:r>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La herencia se utiliza para crear objetos en el Factory Method. La delegación se utiliza para crear prototipos.</a:t>
            </a:r>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Normalmente, los diseños comienzan con el Factory Method (menos difícil, más adaptable, proliferan las subclases) y progresan hacia el Abstract Factory, Prototype o Builder (más flexible, más complejo) cuando el diseñador se da cuenta de que se requiere más flexibilidad.</a:t>
            </a:r>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Aunque la creación de prototipos no necesita subclasificación, sí requiere una acción de inicialización. El Factory Method necesita subclasificación pero no necesita inicializar.</a:t>
            </a:r>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Un Factory Method ofrece la ventaja de devolver repetidamente la misma instancia o de devolver una subclase en lugar de un objeto del mismo tipo.</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8"/>
          <p:cNvSpPr txBox="1"/>
          <p:nvPr/>
        </p:nvSpPr>
        <p:spPr>
          <a:xfrm>
            <a:off x="589934" y="161029"/>
            <a:ext cx="7182465" cy="7386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400" b="0">
                <a:solidFill>
                  <a:srgbClr val="C00000"/>
                </a:solidFill>
                <a:latin typeface="Calibri"/>
                <a:ea typeface="Calibri"/>
                <a:cs typeface="Calibri"/>
                <a:sym typeface="Calibri"/>
              </a:rPr>
              <a:t>Patrones creacionales – Abstract Factory - ejemplo</a:t>
            </a:r>
            <a:endParaRPr sz="2400">
              <a:solidFill>
                <a:srgbClr val="C00000"/>
              </a:solidFill>
              <a:latin typeface="Calibri"/>
              <a:ea typeface="Calibri"/>
              <a:cs typeface="Calibri"/>
              <a:sym typeface="Calibri"/>
            </a:endParaRPr>
          </a:p>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pic>
        <p:nvPicPr>
          <p:cNvPr id="191" name="Google Shape;191;p18"/>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192" name="Google Shape;192;p18"/>
          <p:cNvSpPr txBox="1"/>
          <p:nvPr/>
        </p:nvSpPr>
        <p:spPr>
          <a:xfrm>
            <a:off x="764457" y="706398"/>
            <a:ext cx="10663085" cy="649408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600">
                <a:solidFill>
                  <a:schemeClr val="dk1"/>
                </a:solidFill>
                <a:latin typeface="Calibri"/>
                <a:ea typeface="Calibri"/>
                <a:cs typeface="Calibri"/>
                <a:sym typeface="Calibri"/>
              </a:rPr>
              <a:t>### Paso 1: Definir interfaces de los productos</a:t>
            </a:r>
            <a:endParaRPr/>
          </a:p>
          <a:p>
            <a:pPr marL="0" marR="0" lvl="0" indent="0" algn="l" rtl="0">
              <a:spcBef>
                <a:spcPts val="0"/>
              </a:spcBef>
              <a:spcAft>
                <a:spcPts val="0"/>
              </a:spcAft>
              <a:buNone/>
            </a:pPr>
            <a:r>
              <a:rPr lang="es-PE" sz="1600">
                <a:solidFill>
                  <a:schemeClr val="dk1"/>
                </a:solidFill>
                <a:latin typeface="Calibri"/>
                <a:ea typeface="Calibri"/>
                <a:cs typeface="Calibri"/>
                <a:sym typeface="Calibri"/>
              </a:rPr>
              <a:t>// Interfaz para Silla</a:t>
            </a:r>
            <a:endParaRPr/>
          </a:p>
          <a:p>
            <a:pPr marL="0" marR="0" lvl="0" indent="0" algn="l" rtl="0">
              <a:spcBef>
                <a:spcPts val="0"/>
              </a:spcBef>
              <a:spcAft>
                <a:spcPts val="0"/>
              </a:spcAft>
              <a:buNone/>
            </a:pPr>
            <a:r>
              <a:rPr lang="es-PE" sz="1600">
                <a:solidFill>
                  <a:schemeClr val="dk1"/>
                </a:solidFill>
                <a:latin typeface="Calibri"/>
                <a:ea typeface="Calibri"/>
                <a:cs typeface="Calibri"/>
                <a:sym typeface="Calibri"/>
              </a:rPr>
              <a:t>public interface Silla {</a:t>
            </a:r>
            <a:endParaRPr/>
          </a:p>
          <a:p>
            <a:pPr marL="0" marR="0" lvl="0" indent="0" algn="l" rtl="0">
              <a:spcBef>
                <a:spcPts val="0"/>
              </a:spcBef>
              <a:spcAft>
                <a:spcPts val="0"/>
              </a:spcAft>
              <a:buNone/>
            </a:pPr>
            <a:r>
              <a:rPr lang="es-PE" sz="1600">
                <a:solidFill>
                  <a:schemeClr val="dk1"/>
                </a:solidFill>
                <a:latin typeface="Calibri"/>
                <a:ea typeface="Calibri"/>
                <a:cs typeface="Calibri"/>
                <a:sym typeface="Calibri"/>
              </a:rPr>
              <a:t>    void sentarse();</a:t>
            </a:r>
            <a:endParaRPr/>
          </a:p>
          <a:p>
            <a:pPr marL="0" marR="0" lvl="0" indent="0" algn="l" rtl="0">
              <a:spcBef>
                <a:spcPts val="0"/>
              </a:spcBef>
              <a:spcAft>
                <a:spcPts val="0"/>
              </a:spcAft>
              <a:buNone/>
            </a:pPr>
            <a:r>
              <a:rPr lang="es-PE" sz="16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s-PE" sz="1600">
                <a:solidFill>
                  <a:schemeClr val="dk1"/>
                </a:solidFill>
                <a:latin typeface="Calibri"/>
                <a:ea typeface="Calibri"/>
                <a:cs typeface="Calibri"/>
                <a:sym typeface="Calibri"/>
              </a:rPr>
              <a:t>// Interfaz para Sofá</a:t>
            </a:r>
            <a:endParaRPr/>
          </a:p>
          <a:p>
            <a:pPr marL="0" marR="0" lvl="0" indent="0" algn="l" rtl="0">
              <a:spcBef>
                <a:spcPts val="0"/>
              </a:spcBef>
              <a:spcAft>
                <a:spcPts val="0"/>
              </a:spcAft>
              <a:buNone/>
            </a:pPr>
            <a:r>
              <a:rPr lang="es-PE" sz="1600">
                <a:solidFill>
                  <a:schemeClr val="dk1"/>
                </a:solidFill>
                <a:latin typeface="Calibri"/>
                <a:ea typeface="Calibri"/>
                <a:cs typeface="Calibri"/>
                <a:sym typeface="Calibri"/>
              </a:rPr>
              <a:t>public interface Sofa {</a:t>
            </a:r>
            <a:endParaRPr/>
          </a:p>
          <a:p>
            <a:pPr marL="0" marR="0" lvl="0" indent="0" algn="l" rtl="0">
              <a:spcBef>
                <a:spcPts val="0"/>
              </a:spcBef>
              <a:spcAft>
                <a:spcPts val="0"/>
              </a:spcAft>
              <a:buNone/>
            </a:pPr>
            <a:r>
              <a:rPr lang="es-PE" sz="1600">
                <a:solidFill>
                  <a:schemeClr val="dk1"/>
                </a:solidFill>
                <a:latin typeface="Calibri"/>
                <a:ea typeface="Calibri"/>
                <a:cs typeface="Calibri"/>
                <a:sym typeface="Calibri"/>
              </a:rPr>
              <a:t>    void acostarse();</a:t>
            </a:r>
            <a:endParaRPr/>
          </a:p>
          <a:p>
            <a:pPr marL="0" marR="0" lvl="0" indent="0" algn="l" rtl="0">
              <a:spcBef>
                <a:spcPts val="0"/>
              </a:spcBef>
              <a:spcAft>
                <a:spcPts val="0"/>
              </a:spcAft>
              <a:buNone/>
            </a:pPr>
            <a:r>
              <a:rPr lang="es-PE" sz="16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s-PE" sz="1600">
                <a:solidFill>
                  <a:schemeClr val="dk1"/>
                </a:solidFill>
                <a:latin typeface="Calibri"/>
                <a:ea typeface="Calibri"/>
                <a:cs typeface="Calibri"/>
                <a:sym typeface="Calibri"/>
              </a:rPr>
              <a:t>### Paso 2: Crear implementaciones concretas de los productos</a:t>
            </a:r>
            <a:endParaRPr/>
          </a:p>
          <a:p>
            <a:pPr marL="0" marR="0" lvl="0" indent="0" algn="l" rtl="0">
              <a:spcBef>
                <a:spcPts val="0"/>
              </a:spcBef>
              <a:spcAft>
                <a:spcPts val="0"/>
              </a:spcAft>
              <a:buNone/>
            </a:pPr>
            <a:r>
              <a:rPr lang="es-PE" sz="1600">
                <a:solidFill>
                  <a:schemeClr val="dk1"/>
                </a:solidFill>
                <a:latin typeface="Calibri"/>
                <a:ea typeface="Calibri"/>
                <a:cs typeface="Calibri"/>
                <a:sym typeface="Calibri"/>
              </a:rPr>
              <a:t>// Implementación concreta de Silla Moderna</a:t>
            </a:r>
            <a:endParaRPr/>
          </a:p>
          <a:p>
            <a:pPr marL="0" marR="0" lvl="0" indent="0" algn="l" rtl="0">
              <a:spcBef>
                <a:spcPts val="0"/>
              </a:spcBef>
              <a:spcAft>
                <a:spcPts val="0"/>
              </a:spcAft>
              <a:buNone/>
            </a:pPr>
            <a:r>
              <a:rPr lang="es-PE" sz="1600">
                <a:solidFill>
                  <a:schemeClr val="dk1"/>
                </a:solidFill>
                <a:latin typeface="Calibri"/>
                <a:ea typeface="Calibri"/>
                <a:cs typeface="Calibri"/>
                <a:sym typeface="Calibri"/>
              </a:rPr>
              <a:t>public class SillaModerna implements Silla {</a:t>
            </a:r>
            <a:endParaRPr/>
          </a:p>
          <a:p>
            <a:pPr marL="0" marR="0" lvl="0" indent="0" algn="l" rtl="0">
              <a:spcBef>
                <a:spcPts val="0"/>
              </a:spcBef>
              <a:spcAft>
                <a:spcPts val="0"/>
              </a:spcAft>
              <a:buNone/>
            </a:pPr>
            <a:r>
              <a:rPr lang="es-PE" sz="1600">
                <a:solidFill>
                  <a:schemeClr val="dk1"/>
                </a:solidFill>
                <a:latin typeface="Calibri"/>
                <a:ea typeface="Calibri"/>
                <a:cs typeface="Calibri"/>
                <a:sym typeface="Calibri"/>
              </a:rPr>
              <a:t>    @Override</a:t>
            </a:r>
            <a:endParaRPr/>
          </a:p>
          <a:p>
            <a:pPr marL="0" marR="0" lvl="0" indent="0" algn="l" rtl="0">
              <a:spcBef>
                <a:spcPts val="0"/>
              </a:spcBef>
              <a:spcAft>
                <a:spcPts val="0"/>
              </a:spcAft>
              <a:buNone/>
            </a:pPr>
            <a:r>
              <a:rPr lang="es-PE" sz="1600">
                <a:solidFill>
                  <a:schemeClr val="dk1"/>
                </a:solidFill>
                <a:latin typeface="Calibri"/>
                <a:ea typeface="Calibri"/>
                <a:cs typeface="Calibri"/>
                <a:sym typeface="Calibri"/>
              </a:rPr>
              <a:t>    public void sentarse() {</a:t>
            </a:r>
            <a:endParaRPr/>
          </a:p>
          <a:p>
            <a:pPr marL="0" marR="0" lvl="0" indent="0" algn="l" rtl="0">
              <a:spcBef>
                <a:spcPts val="0"/>
              </a:spcBef>
              <a:spcAft>
                <a:spcPts val="0"/>
              </a:spcAft>
              <a:buNone/>
            </a:pPr>
            <a:r>
              <a:rPr lang="es-PE" sz="1600">
                <a:solidFill>
                  <a:schemeClr val="dk1"/>
                </a:solidFill>
                <a:latin typeface="Calibri"/>
                <a:ea typeface="Calibri"/>
                <a:cs typeface="Calibri"/>
                <a:sym typeface="Calibri"/>
              </a:rPr>
              <a:t>        System.out.println("Sentado en una silla moderna");</a:t>
            </a:r>
            <a:endParaRPr/>
          </a:p>
          <a:p>
            <a:pPr marL="0" marR="0" lvl="0" indent="0" algn="l" rtl="0">
              <a:spcBef>
                <a:spcPts val="0"/>
              </a:spcBef>
              <a:spcAft>
                <a:spcPts val="0"/>
              </a:spcAft>
              <a:buNone/>
            </a:pPr>
            <a:r>
              <a:rPr lang="es-PE" sz="16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s-PE" sz="16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s-PE" sz="1600">
                <a:solidFill>
                  <a:schemeClr val="dk1"/>
                </a:solidFill>
                <a:latin typeface="Calibri"/>
                <a:ea typeface="Calibri"/>
                <a:cs typeface="Calibri"/>
                <a:sym typeface="Calibri"/>
              </a:rPr>
              <a:t>// Implementación concreta de Sofá Moderno</a:t>
            </a:r>
            <a:endParaRPr/>
          </a:p>
          <a:p>
            <a:pPr marL="0" marR="0" lvl="0" indent="0" algn="l" rtl="0">
              <a:spcBef>
                <a:spcPts val="0"/>
              </a:spcBef>
              <a:spcAft>
                <a:spcPts val="0"/>
              </a:spcAft>
              <a:buNone/>
            </a:pPr>
            <a:r>
              <a:rPr lang="es-PE" sz="1600">
                <a:solidFill>
                  <a:schemeClr val="dk1"/>
                </a:solidFill>
                <a:latin typeface="Calibri"/>
                <a:ea typeface="Calibri"/>
                <a:cs typeface="Calibri"/>
                <a:sym typeface="Calibri"/>
              </a:rPr>
              <a:t>public class SofaModerno implements Sofa {</a:t>
            </a:r>
            <a:endParaRPr/>
          </a:p>
          <a:p>
            <a:pPr marL="0" marR="0" lvl="0" indent="0" algn="l" rtl="0">
              <a:spcBef>
                <a:spcPts val="0"/>
              </a:spcBef>
              <a:spcAft>
                <a:spcPts val="0"/>
              </a:spcAft>
              <a:buNone/>
            </a:pPr>
            <a:r>
              <a:rPr lang="es-PE" sz="1600">
                <a:solidFill>
                  <a:schemeClr val="dk1"/>
                </a:solidFill>
                <a:latin typeface="Calibri"/>
                <a:ea typeface="Calibri"/>
                <a:cs typeface="Calibri"/>
                <a:sym typeface="Calibri"/>
              </a:rPr>
              <a:t>    @Override</a:t>
            </a:r>
            <a:endParaRPr/>
          </a:p>
          <a:p>
            <a:pPr marL="0" marR="0" lvl="0" indent="0" algn="l" rtl="0">
              <a:spcBef>
                <a:spcPts val="0"/>
              </a:spcBef>
              <a:spcAft>
                <a:spcPts val="0"/>
              </a:spcAft>
              <a:buNone/>
            </a:pPr>
            <a:r>
              <a:rPr lang="es-PE" sz="1600">
                <a:solidFill>
                  <a:schemeClr val="dk1"/>
                </a:solidFill>
                <a:latin typeface="Calibri"/>
                <a:ea typeface="Calibri"/>
                <a:cs typeface="Calibri"/>
                <a:sym typeface="Calibri"/>
              </a:rPr>
              <a:t>    public void acostarse() {</a:t>
            </a:r>
            <a:endParaRPr/>
          </a:p>
          <a:p>
            <a:pPr marL="0" marR="0" lvl="0" indent="0" algn="l" rtl="0">
              <a:spcBef>
                <a:spcPts val="0"/>
              </a:spcBef>
              <a:spcAft>
                <a:spcPts val="0"/>
              </a:spcAft>
              <a:buNone/>
            </a:pPr>
            <a:r>
              <a:rPr lang="es-PE" sz="1600">
                <a:solidFill>
                  <a:schemeClr val="dk1"/>
                </a:solidFill>
                <a:latin typeface="Calibri"/>
                <a:ea typeface="Calibri"/>
                <a:cs typeface="Calibri"/>
                <a:sym typeface="Calibri"/>
              </a:rPr>
              <a:t>        System.out.println("Acostado en un sofá moderno");</a:t>
            </a:r>
            <a:endParaRPr/>
          </a:p>
          <a:p>
            <a:pPr marL="0" marR="0" lvl="0" indent="0" algn="l" rtl="0">
              <a:spcBef>
                <a:spcPts val="0"/>
              </a:spcBef>
              <a:spcAft>
                <a:spcPts val="0"/>
              </a:spcAft>
              <a:buNone/>
            </a:pPr>
            <a:r>
              <a:rPr lang="es-PE" sz="1600">
                <a:solidFill>
                  <a:schemeClr val="dk1"/>
                </a:solidFill>
                <a:latin typeface="Calibri"/>
                <a:ea typeface="Calibri"/>
                <a:cs typeface="Calibri"/>
                <a:sym typeface="Calibri"/>
              </a:rPr>
              <a:t>    }</a:t>
            </a:r>
            <a:endParaRPr/>
          </a:p>
          <a:p>
            <a:pPr marL="0" marR="0" lvl="0" indent="0" algn="l" rtl="0">
              <a:spcBef>
                <a:spcPts val="0"/>
              </a:spcBef>
              <a:spcAft>
                <a:spcPts val="0"/>
              </a:spcAft>
              <a:buNone/>
            </a:pPr>
            <a:endParaRPr sz="1600">
              <a:solidFill>
                <a:schemeClr val="dk1"/>
              </a:solidFill>
              <a:latin typeface="Calibri"/>
              <a:ea typeface="Calibri"/>
              <a:cs typeface="Calibri"/>
              <a:sym typeface="Calibri"/>
            </a:endParaRPr>
          </a:p>
          <a:p>
            <a:pPr marL="0" marR="0" lvl="0" indent="0" algn="l" rtl="0">
              <a:spcBef>
                <a:spcPts val="0"/>
              </a:spcBef>
              <a:spcAft>
                <a:spcPts val="0"/>
              </a:spcAft>
              <a:buNone/>
            </a:pPr>
            <a:r>
              <a:rPr lang="es-PE" sz="16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600">
              <a:solidFill>
                <a:schemeClr val="dk1"/>
              </a:solidFill>
              <a:latin typeface="Calibri"/>
              <a:ea typeface="Calibri"/>
              <a:cs typeface="Calibri"/>
              <a:sym typeface="Calibri"/>
            </a:endParaRPr>
          </a:p>
        </p:txBody>
      </p:sp>
      <p:sp>
        <p:nvSpPr>
          <p:cNvPr id="193" name="Google Shape;193;p18"/>
          <p:cNvSpPr txBox="1"/>
          <p:nvPr/>
        </p:nvSpPr>
        <p:spPr>
          <a:xfrm>
            <a:off x="6324600" y="899652"/>
            <a:ext cx="5102942" cy="53553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800">
                <a:solidFill>
                  <a:schemeClr val="dk1"/>
                </a:solidFill>
                <a:latin typeface="Calibri"/>
                <a:ea typeface="Calibri"/>
                <a:cs typeface="Calibri"/>
                <a:sym typeface="Calibri"/>
              </a:rPr>
              <a:t>// Implementación concreta de Silla Victoriana</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public class SillaVictoriana implements Silla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@Override</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public void sentarse()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System.out.println("Sentado en una silla victoriana");</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Implementación concreta de Sofá Victoriano</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public class SofaVictoriano implements Sofa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@Override</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public void acostarse()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System.out.println("Acostado en un sofá victoriano");</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9"/>
          <p:cNvSpPr txBox="1"/>
          <p:nvPr/>
        </p:nvSpPr>
        <p:spPr>
          <a:xfrm>
            <a:off x="589934" y="161029"/>
            <a:ext cx="7182465" cy="7386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400" b="0">
                <a:solidFill>
                  <a:srgbClr val="C00000"/>
                </a:solidFill>
                <a:latin typeface="Calibri"/>
                <a:ea typeface="Calibri"/>
                <a:cs typeface="Calibri"/>
                <a:sym typeface="Calibri"/>
              </a:rPr>
              <a:t>Patrones creacionales – Abstract Factory - ejemplo</a:t>
            </a:r>
            <a:endParaRPr sz="2400">
              <a:solidFill>
                <a:srgbClr val="C00000"/>
              </a:solidFill>
              <a:latin typeface="Calibri"/>
              <a:ea typeface="Calibri"/>
              <a:cs typeface="Calibri"/>
              <a:sym typeface="Calibri"/>
            </a:endParaRPr>
          </a:p>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pic>
        <p:nvPicPr>
          <p:cNvPr id="199" name="Google Shape;199;p19"/>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200" name="Google Shape;200;p19"/>
          <p:cNvSpPr txBox="1"/>
          <p:nvPr/>
        </p:nvSpPr>
        <p:spPr>
          <a:xfrm>
            <a:off x="764457" y="706398"/>
            <a:ext cx="10663085" cy="53245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800">
                <a:solidFill>
                  <a:schemeClr val="dk1"/>
                </a:solidFill>
                <a:latin typeface="Calibri"/>
                <a:ea typeface="Calibri"/>
                <a:cs typeface="Calibri"/>
                <a:sym typeface="Calibri"/>
              </a:rPr>
              <a:t>### Paso 3: Definir la interfaz de la fábrica abstracta</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Interfaz para la fábrica de muebles</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public interface MueblesFactory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Silla crearSilla();</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Sofa crearSofa();</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Paso 4: Crear las implementaciones concretas de las fábricas</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Fábrica de Muebles Modernos</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public class MueblesModernosFactory implements MueblesFactory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@Override</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public Silla crearSilla()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return new SillaModerna();</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@Override</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public Sofa crearSofa()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return new SofaModerno();</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600">
              <a:solidFill>
                <a:schemeClr val="dk1"/>
              </a:solidFill>
              <a:latin typeface="Calibri"/>
              <a:ea typeface="Calibri"/>
              <a:cs typeface="Calibri"/>
              <a:sym typeface="Calibri"/>
            </a:endParaRPr>
          </a:p>
        </p:txBody>
      </p:sp>
      <p:sp>
        <p:nvSpPr>
          <p:cNvPr id="201" name="Google Shape;201;p19"/>
          <p:cNvSpPr txBox="1"/>
          <p:nvPr/>
        </p:nvSpPr>
        <p:spPr>
          <a:xfrm>
            <a:off x="7043584" y="899652"/>
            <a:ext cx="5102942" cy="424731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800">
                <a:solidFill>
                  <a:schemeClr val="dk1"/>
                </a:solidFill>
                <a:latin typeface="Calibri"/>
                <a:ea typeface="Calibri"/>
                <a:cs typeface="Calibri"/>
                <a:sym typeface="Calibri"/>
              </a:rPr>
              <a:t>// Fábrica de Muebles Victorianos</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public class MueblesVictorianosFactory implements MueblesFactory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@Override</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public Silla crearSilla()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return new SillaVictoriana();</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@Override</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public Sofa crearSofa()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return new SofaVictoriano();</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0"/>
          <p:cNvSpPr txBox="1"/>
          <p:nvPr/>
        </p:nvSpPr>
        <p:spPr>
          <a:xfrm>
            <a:off x="589934" y="161029"/>
            <a:ext cx="7182465" cy="7386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400" b="0">
                <a:solidFill>
                  <a:srgbClr val="C00000"/>
                </a:solidFill>
                <a:latin typeface="Calibri"/>
                <a:ea typeface="Calibri"/>
                <a:cs typeface="Calibri"/>
                <a:sym typeface="Calibri"/>
              </a:rPr>
              <a:t>Patrones creacionales – Abstract Factory - ejemplo</a:t>
            </a:r>
            <a:endParaRPr sz="2400">
              <a:solidFill>
                <a:srgbClr val="C00000"/>
              </a:solidFill>
              <a:latin typeface="Calibri"/>
              <a:ea typeface="Calibri"/>
              <a:cs typeface="Calibri"/>
              <a:sym typeface="Calibri"/>
            </a:endParaRPr>
          </a:p>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pic>
        <p:nvPicPr>
          <p:cNvPr id="207" name="Google Shape;207;p20"/>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208" name="Google Shape;208;p20"/>
          <p:cNvSpPr txBox="1"/>
          <p:nvPr/>
        </p:nvSpPr>
        <p:spPr>
          <a:xfrm>
            <a:off x="764457" y="706398"/>
            <a:ext cx="10663085" cy="61555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800">
                <a:solidFill>
                  <a:schemeClr val="dk1"/>
                </a:solidFill>
                <a:latin typeface="Calibri"/>
                <a:ea typeface="Calibri"/>
                <a:cs typeface="Calibri"/>
                <a:sym typeface="Calibri"/>
              </a:rPr>
              <a:t>### Paso 5: Usar la fábrica abstracta en el cliente</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public class Cliente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private Silla silla;</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private Sofa sofa;</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public Cliente(MueblesFactory factory)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silla = factory.crearSilla();</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sofa = factory.crearSofa();</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public void usarMuebles()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silla.sentarse();</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sofa.acostarse();</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public static void main(String[] args)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MueblesFactory factoryModernos = new MueblesModernosFactory();</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Cliente clienteModernos = new Cliente(factoryModernos);</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clienteModernos.usarMuebles();</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MueblesFactory factoryVictorianos = new MueblesVictorianosFactory();</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Cliente clienteVictorianos = new Cliente(factoryVictorianos);</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clienteVictorianos.usarMuebles();</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600">
              <a:solidFill>
                <a:schemeClr val="dk1"/>
              </a:solidFill>
              <a:latin typeface="Calibri"/>
              <a:ea typeface="Calibri"/>
              <a:cs typeface="Calibri"/>
              <a:sym typeface="Calibri"/>
            </a:endParaRPr>
          </a:p>
        </p:txBody>
      </p:sp>
      <p:sp>
        <p:nvSpPr>
          <p:cNvPr id="209" name="Google Shape;209;p20"/>
          <p:cNvSpPr txBox="1"/>
          <p:nvPr/>
        </p:nvSpPr>
        <p:spPr>
          <a:xfrm>
            <a:off x="7043584" y="899652"/>
            <a:ext cx="5102942" cy="31393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800">
                <a:solidFill>
                  <a:schemeClr val="dk1"/>
                </a:solidFill>
                <a:latin typeface="Calibri"/>
                <a:ea typeface="Calibri"/>
                <a:cs typeface="Calibri"/>
                <a:sym typeface="Calibri"/>
              </a:rPr>
              <a:t>### Salida esperada</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Sentado en una silla moderna</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Acostado en un sofá moderno</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Sentado en una silla victoriana</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Acostado en un sofá victoriano</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1"/>
          <p:cNvSpPr txBox="1"/>
          <p:nvPr/>
        </p:nvSpPr>
        <p:spPr>
          <a:xfrm>
            <a:off x="589934" y="161029"/>
            <a:ext cx="7182465" cy="7386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400" b="0">
                <a:solidFill>
                  <a:srgbClr val="C00000"/>
                </a:solidFill>
                <a:latin typeface="Calibri"/>
                <a:ea typeface="Calibri"/>
                <a:cs typeface="Calibri"/>
                <a:sym typeface="Calibri"/>
              </a:rPr>
              <a:t>Patrones creacionales – Builder</a:t>
            </a:r>
            <a:endParaRPr sz="2400">
              <a:solidFill>
                <a:srgbClr val="C00000"/>
              </a:solidFill>
              <a:latin typeface="Calibri"/>
              <a:ea typeface="Calibri"/>
              <a:cs typeface="Calibri"/>
              <a:sym typeface="Calibri"/>
            </a:endParaRPr>
          </a:p>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pic>
        <p:nvPicPr>
          <p:cNvPr id="215" name="Google Shape;215;p21"/>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216" name="Google Shape;216;p21"/>
          <p:cNvSpPr txBox="1"/>
          <p:nvPr/>
        </p:nvSpPr>
        <p:spPr>
          <a:xfrm>
            <a:off x="764457" y="706398"/>
            <a:ext cx="10663085" cy="56323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800">
                <a:solidFill>
                  <a:schemeClr val="dk1"/>
                </a:solidFill>
                <a:latin typeface="Calibri"/>
                <a:ea typeface="Calibri"/>
                <a:cs typeface="Calibri"/>
                <a:sym typeface="Calibri"/>
              </a:rPr>
              <a:t>### Paso 1: Crear la clase `Coche` con su `Builder`</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public class Coche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 Atributos del coche</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private String marca;</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private String modelo;</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private int año;</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private String color;</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private boolean tieneAireAcondicionado;</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private boolean tieneGPS;</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 Constructor privado</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private Coche(CocheBuilder builder)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this.marca = builder.marca;</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this.modelo = builder.modelo;</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this.año = builder.año;</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this.color = builder.color;</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this.tieneAireAcondicionado = builder.tieneAireAcondicionado;</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this.tieneGPS = builder.tieneGPS;</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sz="1600">
              <a:solidFill>
                <a:schemeClr val="dk1"/>
              </a:solidFill>
              <a:latin typeface="Calibri"/>
              <a:ea typeface="Calibri"/>
              <a:cs typeface="Calibri"/>
              <a:sym typeface="Calibri"/>
            </a:endParaRPr>
          </a:p>
        </p:txBody>
      </p:sp>
      <p:sp>
        <p:nvSpPr>
          <p:cNvPr id="217" name="Google Shape;217;p21"/>
          <p:cNvSpPr txBox="1"/>
          <p:nvPr/>
        </p:nvSpPr>
        <p:spPr>
          <a:xfrm>
            <a:off x="7043584" y="899652"/>
            <a:ext cx="5102942" cy="25853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800">
                <a:solidFill>
                  <a:schemeClr val="dk1"/>
                </a:solidFill>
                <a:latin typeface="Calibri"/>
                <a:ea typeface="Calibri"/>
                <a:cs typeface="Calibri"/>
                <a:sym typeface="Calibri"/>
              </a:rPr>
              <a:t>Patrón es útil cuando quieres construir un objeto complejo paso a paso y quieres evitar constructores telescópicos (constructores con muchos parámetros). Supongamos que queremos construir un objeto `Coche` que tiene varios atributos como `marca`, `modelo`, `año`, `color`, etc.</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2"/>
          <p:cNvSpPr txBox="1"/>
          <p:nvPr/>
        </p:nvSpPr>
        <p:spPr>
          <a:xfrm>
            <a:off x="589934" y="161029"/>
            <a:ext cx="7182465" cy="7386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400" b="0">
                <a:solidFill>
                  <a:srgbClr val="C00000"/>
                </a:solidFill>
                <a:latin typeface="Calibri"/>
                <a:ea typeface="Calibri"/>
                <a:cs typeface="Calibri"/>
                <a:sym typeface="Calibri"/>
              </a:rPr>
              <a:t>Patrones creacionales – Builder</a:t>
            </a:r>
            <a:endParaRPr sz="2400">
              <a:solidFill>
                <a:srgbClr val="C00000"/>
              </a:solidFill>
              <a:latin typeface="Calibri"/>
              <a:ea typeface="Calibri"/>
              <a:cs typeface="Calibri"/>
              <a:sym typeface="Calibri"/>
            </a:endParaRPr>
          </a:p>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pic>
        <p:nvPicPr>
          <p:cNvPr id="223" name="Google Shape;223;p22"/>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224" name="Google Shape;224;p22"/>
          <p:cNvSpPr txBox="1"/>
          <p:nvPr/>
        </p:nvSpPr>
        <p:spPr>
          <a:xfrm>
            <a:off x="764457" y="706398"/>
            <a:ext cx="10663085" cy="50783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800">
                <a:solidFill>
                  <a:schemeClr val="dk1"/>
                </a:solidFill>
                <a:latin typeface="Calibri"/>
                <a:ea typeface="Calibri"/>
                <a:cs typeface="Calibri"/>
                <a:sym typeface="Calibri"/>
              </a:rPr>
              <a:t> // Clase estática Builder</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public static class CocheBuilder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private String marca;</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private String modelo;</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private int año;</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private String color;</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private boolean tieneAireAcondicionado;</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private boolean tieneGPS;</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 Métodos setter que retornan el propio Builder</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public CocheBuilder setMarca(String marca)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this.marca = marca;</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return this;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public CocheBuilder setModelo(String modelo)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this.modelo = modelo;</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return this;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sz="1600">
              <a:solidFill>
                <a:schemeClr val="dk1"/>
              </a:solidFill>
              <a:latin typeface="Calibri"/>
              <a:ea typeface="Calibri"/>
              <a:cs typeface="Calibri"/>
              <a:sym typeface="Calibri"/>
            </a:endParaRPr>
          </a:p>
        </p:txBody>
      </p:sp>
      <p:sp>
        <p:nvSpPr>
          <p:cNvPr id="225" name="Google Shape;225;p22"/>
          <p:cNvSpPr txBox="1"/>
          <p:nvPr/>
        </p:nvSpPr>
        <p:spPr>
          <a:xfrm>
            <a:off x="6172200" y="899652"/>
            <a:ext cx="5974326" cy="59093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800">
                <a:solidFill>
                  <a:schemeClr val="dk1"/>
                </a:solidFill>
                <a:latin typeface="Calibri"/>
                <a:ea typeface="Calibri"/>
                <a:cs typeface="Calibri"/>
                <a:sym typeface="Calibri"/>
              </a:rPr>
              <a:t> public CocheBuilder setAño(int año)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this.año = año;</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return this;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public CocheBuilder setColor(String color)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this.color = color;</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return this;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public CocheBuilder setTieneAireAcondicionado(boolean tieneAireAcondicionado)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this.tieneAireAcondicionado = tieneAireAcondicionado;</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return this;</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public CocheBuilder setTieneGPS(boolean tieneGPS)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this.tieneGPS = tieneGPS;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return this;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3"/>
          <p:cNvSpPr txBox="1"/>
          <p:nvPr/>
        </p:nvSpPr>
        <p:spPr>
          <a:xfrm>
            <a:off x="589934" y="161029"/>
            <a:ext cx="7182465" cy="7386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400" b="0">
                <a:solidFill>
                  <a:srgbClr val="C00000"/>
                </a:solidFill>
                <a:latin typeface="Calibri"/>
                <a:ea typeface="Calibri"/>
                <a:cs typeface="Calibri"/>
                <a:sym typeface="Calibri"/>
              </a:rPr>
              <a:t>Patrones creacionales – Builder</a:t>
            </a:r>
            <a:endParaRPr sz="2400">
              <a:solidFill>
                <a:srgbClr val="C00000"/>
              </a:solidFill>
              <a:latin typeface="Calibri"/>
              <a:ea typeface="Calibri"/>
              <a:cs typeface="Calibri"/>
              <a:sym typeface="Calibri"/>
            </a:endParaRPr>
          </a:p>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pic>
        <p:nvPicPr>
          <p:cNvPr id="231" name="Google Shape;231;p23"/>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232" name="Google Shape;232;p23"/>
          <p:cNvSpPr txBox="1"/>
          <p:nvPr/>
        </p:nvSpPr>
        <p:spPr>
          <a:xfrm>
            <a:off x="764457" y="706398"/>
            <a:ext cx="10663085" cy="34163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800">
                <a:solidFill>
                  <a:schemeClr val="dk1"/>
                </a:solidFill>
                <a:latin typeface="Calibri"/>
                <a:ea typeface="Calibri"/>
                <a:cs typeface="Calibri"/>
                <a:sym typeface="Calibri"/>
              </a:rPr>
              <a:t>  // Método build que retorna el objeto final Coche</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public Coche build()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return new Coche(this);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@Override</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public String toString()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return "Coche [marca=" + marca + ", modelo=" + modelo + ", año=" + año + ", color=" + color</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 ", tieneAireAcondicionado=" + tieneAireAcondicionado + ", tieneGPS=" + tieneGPS +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4"/>
          <p:cNvSpPr txBox="1"/>
          <p:nvPr/>
        </p:nvSpPr>
        <p:spPr>
          <a:xfrm>
            <a:off x="589934" y="161029"/>
            <a:ext cx="7182465" cy="7386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400" b="0">
                <a:solidFill>
                  <a:srgbClr val="C00000"/>
                </a:solidFill>
                <a:latin typeface="Calibri"/>
                <a:ea typeface="Calibri"/>
                <a:cs typeface="Calibri"/>
                <a:sym typeface="Calibri"/>
              </a:rPr>
              <a:t>Patrones creacionales – Builder</a:t>
            </a:r>
            <a:endParaRPr sz="2400">
              <a:solidFill>
                <a:srgbClr val="C00000"/>
              </a:solidFill>
              <a:latin typeface="Calibri"/>
              <a:ea typeface="Calibri"/>
              <a:cs typeface="Calibri"/>
              <a:sym typeface="Calibri"/>
            </a:endParaRPr>
          </a:p>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pic>
        <p:nvPicPr>
          <p:cNvPr id="238" name="Google Shape;238;p24"/>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239" name="Google Shape;239;p24"/>
          <p:cNvSpPr txBox="1"/>
          <p:nvPr/>
        </p:nvSpPr>
        <p:spPr>
          <a:xfrm>
            <a:off x="764457" y="706398"/>
            <a:ext cx="10663085" cy="50475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800">
                <a:solidFill>
                  <a:schemeClr val="dk1"/>
                </a:solidFill>
                <a:latin typeface="Calibri"/>
                <a:ea typeface="Calibri"/>
                <a:cs typeface="Calibri"/>
                <a:sym typeface="Calibri"/>
              </a:rPr>
              <a:t>  ### Paso 2: Usar el Builder para crear un objeto `Coche`</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```java</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public class Cliente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public static void main(String[] args)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Coche coche = new Coche.CocheBuilder()</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.setMarca("Toyota")</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.setModelo("Corolla")</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.setAño(2021)</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.setColor("Rojo")</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.setTieneAireAcondicionado(true)</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.setTieneGPS(true)</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.build();</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System.out.println(coche);</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600">
              <a:solidFill>
                <a:schemeClr val="dk1"/>
              </a:solidFill>
              <a:latin typeface="Calibri"/>
              <a:ea typeface="Calibri"/>
              <a:cs typeface="Calibri"/>
              <a:sym typeface="Calibri"/>
            </a:endParaRPr>
          </a:p>
        </p:txBody>
      </p:sp>
      <p:sp>
        <p:nvSpPr>
          <p:cNvPr id="240" name="Google Shape;240;p24"/>
          <p:cNvSpPr txBox="1"/>
          <p:nvPr/>
        </p:nvSpPr>
        <p:spPr>
          <a:xfrm>
            <a:off x="6095999" y="1230900"/>
            <a:ext cx="5974326" cy="34163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800">
                <a:solidFill>
                  <a:schemeClr val="dk1"/>
                </a:solidFill>
                <a:latin typeface="Calibri"/>
                <a:ea typeface="Calibri"/>
                <a:cs typeface="Calibri"/>
                <a:sym typeface="Calibri"/>
              </a:rPr>
              <a:t> ### Salida esperada</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Coche [marca=Toyota, modelo=Corolla, año=2021, color=Rojo, tieneAireAcondicionado=true, tieneGPS=true]</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s-PE" sz="1800">
                <a:solidFill>
                  <a:schemeClr val="dk1"/>
                </a:solidFill>
                <a:latin typeface="Calibri"/>
                <a:ea typeface="Calibri"/>
                <a:cs typeface="Calibri"/>
                <a:sym typeface="Calibri"/>
              </a:rPr>
              <a:t>Este ejemplo muestra cómo el patrón Builder se utiliza para construir un objeto `Coche` de manera clara y concisa, evitando constructores con muchos parámetros y mejorando la legibilidad del código.</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5"/>
          <p:cNvSpPr txBox="1"/>
          <p:nvPr/>
        </p:nvSpPr>
        <p:spPr>
          <a:xfrm>
            <a:off x="2630296" y="1676935"/>
            <a:ext cx="6931407" cy="1275349"/>
          </a:xfrm>
          <a:prstGeom prst="rect">
            <a:avLst/>
          </a:prstGeom>
          <a:noFill/>
          <a:ln>
            <a:noFill/>
          </a:ln>
        </p:spPr>
        <p:txBody>
          <a:bodyPr spcFirstLastPara="1" wrap="square" lIns="0" tIns="43800" rIns="0" bIns="0" anchor="t" anchorCtr="0">
            <a:spAutoFit/>
          </a:bodyPr>
          <a:lstStyle/>
          <a:p>
            <a:pPr marL="457834" marR="5080" lvl="0" indent="-445770" algn="ctr" rtl="0">
              <a:spcBef>
                <a:spcPts val="0"/>
              </a:spcBef>
              <a:spcAft>
                <a:spcPts val="0"/>
              </a:spcAft>
              <a:buNone/>
            </a:pPr>
            <a:r>
              <a:rPr lang="es-PE" sz="4000" b="1">
                <a:solidFill>
                  <a:schemeClr val="dk1"/>
                </a:solidFill>
                <a:latin typeface="Arial"/>
                <a:ea typeface="Arial"/>
                <a:cs typeface="Arial"/>
                <a:sym typeface="Arial"/>
              </a:rPr>
              <a:t>¿Cuál es la diferencia entre Factory y Builder?</a:t>
            </a:r>
            <a:endParaRPr sz="4000">
              <a:solidFill>
                <a:schemeClr val="dk1"/>
              </a:solidFill>
              <a:latin typeface="Arial"/>
              <a:ea typeface="Arial"/>
              <a:cs typeface="Arial"/>
              <a:sym typeface="Arial"/>
            </a:endParaRPr>
          </a:p>
        </p:txBody>
      </p:sp>
      <p:pic>
        <p:nvPicPr>
          <p:cNvPr id="246" name="Google Shape;246;p25"/>
          <p:cNvPicPr preferRelativeResize="0"/>
          <p:nvPr/>
        </p:nvPicPr>
        <p:blipFill rotWithShape="1">
          <a:blip r:embed="rId3">
            <a:alphaModFix/>
          </a:blip>
          <a:srcRect/>
          <a:stretch/>
        </p:blipFill>
        <p:spPr>
          <a:xfrm>
            <a:off x="5334000" y="4038600"/>
            <a:ext cx="1524000" cy="15240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26"/>
          <p:cNvSpPr/>
          <p:nvPr/>
        </p:nvSpPr>
        <p:spPr>
          <a:xfrm>
            <a:off x="0" y="2819400"/>
            <a:ext cx="12192000" cy="1219200"/>
          </a:xfrm>
          <a:custGeom>
            <a:avLst/>
            <a:gdLst/>
            <a:ahLst/>
            <a:cxnLst/>
            <a:rect l="l" t="t" r="r" b="b"/>
            <a:pathLst>
              <a:path w="9144635" h="700405" extrusionOk="0">
                <a:moveTo>
                  <a:pt x="9027447" y="700199"/>
                </a:moveTo>
                <a:lnTo>
                  <a:pt x="116702" y="700199"/>
                </a:lnTo>
                <a:lnTo>
                  <a:pt x="71276" y="691028"/>
                </a:lnTo>
                <a:lnTo>
                  <a:pt x="34181" y="666018"/>
                </a:lnTo>
                <a:lnTo>
                  <a:pt x="9171" y="628923"/>
                </a:lnTo>
                <a:lnTo>
                  <a:pt x="0" y="583497"/>
                </a:lnTo>
                <a:lnTo>
                  <a:pt x="0" y="116702"/>
                </a:lnTo>
                <a:lnTo>
                  <a:pt x="9171" y="71276"/>
                </a:lnTo>
                <a:lnTo>
                  <a:pt x="34181" y="34181"/>
                </a:lnTo>
                <a:lnTo>
                  <a:pt x="71276" y="9171"/>
                </a:lnTo>
                <a:lnTo>
                  <a:pt x="116702" y="0"/>
                </a:lnTo>
                <a:lnTo>
                  <a:pt x="9027447" y="0"/>
                </a:lnTo>
                <a:lnTo>
                  <a:pt x="9072107" y="8883"/>
                </a:lnTo>
                <a:lnTo>
                  <a:pt x="9109968" y="34181"/>
                </a:lnTo>
                <a:lnTo>
                  <a:pt x="9135266" y="72042"/>
                </a:lnTo>
                <a:lnTo>
                  <a:pt x="9144149" y="116702"/>
                </a:lnTo>
                <a:lnTo>
                  <a:pt x="9144149" y="583497"/>
                </a:lnTo>
                <a:lnTo>
                  <a:pt x="9134978" y="628923"/>
                </a:lnTo>
                <a:lnTo>
                  <a:pt x="9109968" y="666018"/>
                </a:lnTo>
                <a:lnTo>
                  <a:pt x="9072873" y="691028"/>
                </a:lnTo>
                <a:lnTo>
                  <a:pt x="9027447" y="7001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2" name="Google Shape;252;p26"/>
          <p:cNvSpPr txBox="1">
            <a:spLocks noGrp="1"/>
          </p:cNvSpPr>
          <p:nvPr>
            <p:ph type="title"/>
          </p:nvPr>
        </p:nvSpPr>
        <p:spPr>
          <a:xfrm>
            <a:off x="4278672" y="3084034"/>
            <a:ext cx="3634655" cy="689932"/>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s-PE" b="1">
                <a:solidFill>
                  <a:schemeClr val="lt1"/>
                </a:solidFill>
                <a:latin typeface="Rubik"/>
                <a:ea typeface="Rubik"/>
                <a:cs typeface="Rubik"/>
                <a:sym typeface="Rubik"/>
              </a:rPr>
              <a:t>Caso práctico</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27"/>
          <p:cNvSpPr/>
          <p:nvPr/>
        </p:nvSpPr>
        <p:spPr>
          <a:xfrm>
            <a:off x="0" y="304801"/>
            <a:ext cx="5659755" cy="561824"/>
          </a:xfrm>
          <a:custGeom>
            <a:avLst/>
            <a:gdLst/>
            <a:ahLst/>
            <a:cxnLst/>
            <a:rect l="l" t="t" r="r" b="b"/>
            <a:pathLst>
              <a:path w="5659755" h="415290" extrusionOk="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8" name="Google Shape;258;p27"/>
          <p:cNvSpPr txBox="1"/>
          <p:nvPr/>
        </p:nvSpPr>
        <p:spPr>
          <a:xfrm>
            <a:off x="381000" y="381000"/>
            <a:ext cx="4724400"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s-PE" sz="2400" b="1">
                <a:solidFill>
                  <a:srgbClr val="FFFFFF"/>
                </a:solidFill>
                <a:latin typeface="Arial"/>
                <a:ea typeface="Arial"/>
                <a:cs typeface="Arial"/>
                <a:sym typeface="Arial"/>
              </a:rPr>
              <a:t>Caso práctico</a:t>
            </a:r>
            <a:endParaRPr sz="2400">
              <a:solidFill>
                <a:schemeClr val="dk1"/>
              </a:solidFill>
              <a:latin typeface="Arial"/>
              <a:ea typeface="Arial"/>
              <a:cs typeface="Arial"/>
              <a:sym typeface="Arial"/>
            </a:endParaRPr>
          </a:p>
        </p:txBody>
      </p:sp>
      <p:sp>
        <p:nvSpPr>
          <p:cNvPr id="259" name="Google Shape;259;p27"/>
          <p:cNvSpPr txBox="1"/>
          <p:nvPr/>
        </p:nvSpPr>
        <p:spPr>
          <a:xfrm>
            <a:off x="3886200" y="3581400"/>
            <a:ext cx="6476999" cy="295402"/>
          </a:xfrm>
          <a:prstGeom prst="rect">
            <a:avLst/>
          </a:prstGeom>
          <a:solidFill>
            <a:srgbClr val="FFFFFF"/>
          </a:solidFill>
          <a:ln>
            <a:noFill/>
          </a:ln>
        </p:spPr>
        <p:txBody>
          <a:bodyPr spcFirstLastPara="1" wrap="square" lIns="0" tIns="0" rIns="0" bIns="0" anchor="t" anchorCtr="0">
            <a:spAutoFit/>
          </a:bodyPr>
          <a:lstStyle/>
          <a:p>
            <a:pPr marL="0" marR="0" lvl="0" indent="0" algn="l" rtl="0">
              <a:lnSpc>
                <a:spcPct val="65312"/>
              </a:lnSpc>
              <a:spcBef>
                <a:spcPts val="0"/>
              </a:spcBef>
              <a:spcAft>
                <a:spcPts val="0"/>
              </a:spcAft>
              <a:buNone/>
            </a:pPr>
            <a:endParaRPr sz="3200">
              <a:solidFill>
                <a:schemeClr val="dk1"/>
              </a:solidFill>
              <a:latin typeface="Arial"/>
              <a:ea typeface="Arial"/>
              <a:cs typeface="Arial"/>
              <a:sym typeface="Arial"/>
            </a:endParaRPr>
          </a:p>
        </p:txBody>
      </p:sp>
      <p:pic>
        <p:nvPicPr>
          <p:cNvPr id="260" name="Google Shape;260;p27"/>
          <p:cNvPicPr preferRelativeResize="0"/>
          <p:nvPr/>
        </p:nvPicPr>
        <p:blipFill rotWithShape="1">
          <a:blip r:embed="rId3">
            <a:alphaModFix/>
          </a:blip>
          <a:srcRect/>
          <a:stretch/>
        </p:blipFill>
        <p:spPr>
          <a:xfrm>
            <a:off x="5773909" y="304800"/>
            <a:ext cx="626891" cy="561824"/>
          </a:xfrm>
          <a:prstGeom prst="rect">
            <a:avLst/>
          </a:prstGeom>
          <a:noFill/>
          <a:ln>
            <a:noFill/>
          </a:ln>
        </p:spPr>
      </p:pic>
      <p:sp>
        <p:nvSpPr>
          <p:cNvPr id="261" name="Google Shape;261;p27"/>
          <p:cNvSpPr txBox="1"/>
          <p:nvPr/>
        </p:nvSpPr>
        <p:spPr>
          <a:xfrm>
            <a:off x="612234" y="942823"/>
            <a:ext cx="10950239" cy="489360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Clr>
                <a:schemeClr val="dk1"/>
              </a:buClr>
              <a:buSzPts val="2400"/>
              <a:buFont typeface="Calibri"/>
              <a:buNone/>
            </a:pPr>
            <a:r>
              <a:rPr lang="es-PE" sz="2400">
                <a:solidFill>
                  <a:schemeClr val="dk1"/>
                </a:solidFill>
                <a:latin typeface="Calibri"/>
                <a:ea typeface="Calibri"/>
                <a:cs typeface="Calibri"/>
                <a:sym typeface="Calibri"/>
              </a:rPr>
              <a:t>Realizar ejercicio práctico es una excelente manera de aprender y entender cómo elaborar un patrón de diseño creacional. Aquí tienes un ejercicio práctico detallado que puedes seguir:</a:t>
            </a:r>
            <a:endParaRPr sz="1800">
              <a:solidFill>
                <a:schemeClr val="dk1"/>
              </a:solidFill>
              <a:latin typeface="Calibri"/>
              <a:ea typeface="Calibri"/>
              <a:cs typeface="Calibri"/>
              <a:sym typeface="Calibri"/>
            </a:endParaRPr>
          </a:p>
          <a:p>
            <a:pPr marL="0" marR="0" lvl="0" indent="0" algn="just" rtl="0">
              <a:spcBef>
                <a:spcPts val="0"/>
              </a:spcBef>
              <a:spcAft>
                <a:spcPts val="0"/>
              </a:spcAft>
              <a:buClr>
                <a:schemeClr val="dk1"/>
              </a:buClr>
              <a:buSzPts val="2400"/>
              <a:buFont typeface="Calibri"/>
              <a:buNone/>
            </a:pPr>
            <a:r>
              <a:rPr lang="es-PE" sz="2400" b="1">
                <a:solidFill>
                  <a:schemeClr val="dk1"/>
                </a:solidFill>
                <a:latin typeface="Calibri"/>
                <a:ea typeface="Calibri"/>
                <a:cs typeface="Calibri"/>
                <a:sym typeface="Calibri"/>
              </a:rPr>
              <a:t>Ejercicio Práctico: </a:t>
            </a:r>
            <a:endParaRPr sz="1800">
              <a:solidFill>
                <a:schemeClr val="dk1"/>
              </a:solidFill>
              <a:latin typeface="Calibri"/>
              <a:ea typeface="Calibri"/>
              <a:cs typeface="Calibri"/>
              <a:sym typeface="Calibri"/>
            </a:endParaRPr>
          </a:p>
          <a:p>
            <a:pPr marL="0" marR="0" lvl="0" indent="0" algn="ctr" rtl="0">
              <a:spcBef>
                <a:spcPts val="0"/>
              </a:spcBef>
              <a:spcAft>
                <a:spcPts val="0"/>
              </a:spcAft>
              <a:buClr>
                <a:schemeClr val="dk1"/>
              </a:buClr>
              <a:buSzPts val="2400"/>
              <a:buFont typeface="Calibri"/>
              <a:buNone/>
            </a:pPr>
            <a:r>
              <a:rPr lang="es-PE" sz="2400" b="1">
                <a:solidFill>
                  <a:schemeClr val="dk1"/>
                </a:solidFill>
                <a:latin typeface="Calibri"/>
                <a:ea typeface="Calibri"/>
                <a:cs typeface="Calibri"/>
                <a:sym typeface="Calibri"/>
              </a:rPr>
              <a:t>Caso de Uso: Plataforma de Pago en Línea</a:t>
            </a:r>
            <a:endParaRPr/>
          </a:p>
          <a:p>
            <a:pPr marL="0" marR="0" lvl="0" indent="0" algn="ctr" rtl="0">
              <a:spcBef>
                <a:spcPts val="0"/>
              </a:spcBef>
              <a:spcAft>
                <a:spcPts val="0"/>
              </a:spcAft>
              <a:buClr>
                <a:schemeClr val="dk1"/>
              </a:buClr>
              <a:buSzPts val="2400"/>
              <a:buFont typeface="Calibri"/>
              <a:buNone/>
            </a:pPr>
            <a:r>
              <a:rPr lang="es-PE" sz="2400" b="1">
                <a:solidFill>
                  <a:schemeClr val="dk1"/>
                </a:solidFill>
                <a:latin typeface="Calibri"/>
                <a:ea typeface="Calibri"/>
                <a:cs typeface="Calibri"/>
                <a:sym typeface="Calibri"/>
              </a:rPr>
              <a:t>Una plataforma de pago en línea necesita procesar diferentes métodos de pago, como tarjetas de crédito, PayPal y criptomonedas. Cada método de pago requiere una lógica específica para su procesamiento. </a:t>
            </a:r>
            <a:r>
              <a:rPr lang="es-PE" sz="2400">
                <a:solidFill>
                  <a:schemeClr val="dk1"/>
                </a:solidFill>
                <a:latin typeface="Calibri"/>
                <a:ea typeface="Calibri"/>
                <a:cs typeface="Calibri"/>
                <a:sym typeface="Calibri"/>
              </a:rPr>
              <a:t>Se utiliza el patrón Factory para encapsular la creación de diferentes tipos de procesadores de pago. La plataforma decide cuál procesador de pago utilizar en función del método de pago seleccionado por el usuario</a:t>
            </a:r>
            <a:endParaRPr sz="2400" b="1">
              <a:solidFill>
                <a:schemeClr val="dk1"/>
              </a:solidFill>
              <a:latin typeface="Calibri"/>
              <a:ea typeface="Calibri"/>
              <a:cs typeface="Calibri"/>
              <a:sym typeface="Calibri"/>
            </a:endParaRPr>
          </a:p>
          <a:p>
            <a:pPr marL="0" marR="0" lvl="0" indent="0" algn="ctr" rtl="0">
              <a:spcBef>
                <a:spcPts val="0"/>
              </a:spcBef>
              <a:spcAft>
                <a:spcPts val="0"/>
              </a:spcAft>
              <a:buClr>
                <a:schemeClr val="dk1"/>
              </a:buClr>
              <a:buSzPts val="2400"/>
              <a:buFont typeface="Calibri"/>
              <a:buNone/>
            </a:pPr>
            <a:r>
              <a:rPr lang="es-PE" sz="2400" b="1">
                <a:solidFill>
                  <a:schemeClr val="dk1"/>
                </a:solidFill>
                <a:latin typeface="Calibri"/>
                <a:ea typeface="Calibri"/>
                <a:cs typeface="Calibri"/>
                <a:sym typeface="Calibri"/>
              </a:rPr>
              <a:t>Objetivos:</a:t>
            </a:r>
            <a:endParaRPr sz="1800">
              <a:solidFill>
                <a:schemeClr val="dk1"/>
              </a:solidFill>
              <a:latin typeface="Calibri"/>
              <a:ea typeface="Calibri"/>
              <a:cs typeface="Calibri"/>
              <a:sym typeface="Calibri"/>
            </a:endParaRPr>
          </a:p>
          <a:p>
            <a:pPr marL="0" marR="0" lvl="0" indent="0" algn="just" rtl="0">
              <a:spcBef>
                <a:spcPts val="0"/>
              </a:spcBef>
              <a:spcAft>
                <a:spcPts val="0"/>
              </a:spcAft>
              <a:buClr>
                <a:schemeClr val="dk1"/>
              </a:buClr>
              <a:buSzPts val="2400"/>
              <a:buFont typeface="Calibri"/>
              <a:buAutoNum type="arabicPeriod"/>
            </a:pPr>
            <a:r>
              <a:rPr lang="es-PE" sz="2400">
                <a:solidFill>
                  <a:schemeClr val="dk1"/>
                </a:solidFill>
                <a:latin typeface="Calibri"/>
                <a:ea typeface="Calibri"/>
                <a:cs typeface="Calibri"/>
                <a:sym typeface="Calibri"/>
              </a:rPr>
              <a:t>Elaborar el código java utilizando el patrón seleccionado.</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8"/>
          <p:cNvSpPr/>
          <p:nvPr/>
        </p:nvSpPr>
        <p:spPr>
          <a:xfrm>
            <a:off x="0" y="304801"/>
            <a:ext cx="5659755" cy="561824"/>
          </a:xfrm>
          <a:custGeom>
            <a:avLst/>
            <a:gdLst/>
            <a:ahLst/>
            <a:cxnLst/>
            <a:rect l="l" t="t" r="r" b="b"/>
            <a:pathLst>
              <a:path w="5659755" h="415290" extrusionOk="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7" name="Google Shape;267;p28"/>
          <p:cNvSpPr txBox="1"/>
          <p:nvPr/>
        </p:nvSpPr>
        <p:spPr>
          <a:xfrm>
            <a:off x="381000" y="381000"/>
            <a:ext cx="4724400"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s-PE" sz="2400" b="1">
                <a:solidFill>
                  <a:srgbClr val="FFFFFF"/>
                </a:solidFill>
                <a:latin typeface="Arial"/>
                <a:ea typeface="Arial"/>
                <a:cs typeface="Arial"/>
                <a:sym typeface="Arial"/>
              </a:rPr>
              <a:t>Sesión 13: Introd. Cassandra</a:t>
            </a:r>
            <a:endParaRPr sz="2400">
              <a:solidFill>
                <a:schemeClr val="dk1"/>
              </a:solidFill>
              <a:latin typeface="Arial"/>
              <a:ea typeface="Arial"/>
              <a:cs typeface="Arial"/>
              <a:sym typeface="Arial"/>
            </a:endParaRPr>
          </a:p>
        </p:txBody>
      </p:sp>
      <p:sp>
        <p:nvSpPr>
          <p:cNvPr id="268" name="Google Shape;268;p28"/>
          <p:cNvSpPr txBox="1"/>
          <p:nvPr/>
        </p:nvSpPr>
        <p:spPr>
          <a:xfrm>
            <a:off x="3886200" y="3581400"/>
            <a:ext cx="6476999" cy="295402"/>
          </a:xfrm>
          <a:prstGeom prst="rect">
            <a:avLst/>
          </a:prstGeom>
          <a:solidFill>
            <a:srgbClr val="FFFFFF"/>
          </a:solidFill>
          <a:ln>
            <a:noFill/>
          </a:ln>
        </p:spPr>
        <p:txBody>
          <a:bodyPr spcFirstLastPara="1" wrap="square" lIns="0" tIns="0" rIns="0" bIns="0" anchor="t" anchorCtr="0">
            <a:spAutoFit/>
          </a:bodyPr>
          <a:lstStyle/>
          <a:p>
            <a:pPr marL="0" marR="0" lvl="0" indent="0" algn="l" rtl="0">
              <a:lnSpc>
                <a:spcPct val="65312"/>
              </a:lnSpc>
              <a:spcBef>
                <a:spcPts val="0"/>
              </a:spcBef>
              <a:spcAft>
                <a:spcPts val="0"/>
              </a:spcAft>
              <a:buNone/>
            </a:pPr>
            <a:endParaRPr sz="3200">
              <a:solidFill>
                <a:schemeClr val="dk1"/>
              </a:solidFill>
              <a:latin typeface="Arial"/>
              <a:ea typeface="Arial"/>
              <a:cs typeface="Arial"/>
              <a:sym typeface="Arial"/>
            </a:endParaRPr>
          </a:p>
        </p:txBody>
      </p:sp>
      <p:pic>
        <p:nvPicPr>
          <p:cNvPr id="269" name="Google Shape;269;p28"/>
          <p:cNvPicPr preferRelativeResize="0"/>
          <p:nvPr/>
        </p:nvPicPr>
        <p:blipFill rotWithShape="1">
          <a:blip r:embed="rId3">
            <a:alphaModFix/>
          </a:blip>
          <a:srcRect/>
          <a:stretch/>
        </p:blipFill>
        <p:spPr>
          <a:xfrm>
            <a:off x="5773909" y="304800"/>
            <a:ext cx="626891" cy="561824"/>
          </a:xfrm>
          <a:prstGeom prst="rect">
            <a:avLst/>
          </a:prstGeom>
          <a:noFill/>
          <a:ln>
            <a:noFill/>
          </a:ln>
        </p:spPr>
      </p:pic>
      <p:sp>
        <p:nvSpPr>
          <p:cNvPr id="270" name="Google Shape;270;p28"/>
          <p:cNvSpPr txBox="1"/>
          <p:nvPr/>
        </p:nvSpPr>
        <p:spPr>
          <a:xfrm>
            <a:off x="2282337" y="1780300"/>
            <a:ext cx="7627325" cy="443711"/>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None/>
            </a:pPr>
            <a:r>
              <a:rPr lang="es-PE" sz="2800">
                <a:solidFill>
                  <a:schemeClr val="dk1"/>
                </a:solidFill>
                <a:latin typeface="Arial"/>
                <a:ea typeface="Arial"/>
                <a:cs typeface="Arial"/>
                <a:sym typeface="Arial"/>
              </a:rPr>
              <a:t>¿Quién quisiera participar? (2 voluntarios)</a:t>
            </a:r>
            <a:endParaRPr/>
          </a:p>
        </p:txBody>
      </p:sp>
      <p:pic>
        <p:nvPicPr>
          <p:cNvPr id="271" name="Google Shape;271;p28"/>
          <p:cNvPicPr preferRelativeResize="0"/>
          <p:nvPr/>
        </p:nvPicPr>
        <p:blipFill rotWithShape="1">
          <a:blip r:embed="rId3">
            <a:alphaModFix/>
          </a:blip>
          <a:srcRect/>
          <a:stretch/>
        </p:blipFill>
        <p:spPr>
          <a:xfrm>
            <a:off x="4730555" y="2895600"/>
            <a:ext cx="2730890" cy="252033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29"/>
          <p:cNvSpPr/>
          <p:nvPr/>
        </p:nvSpPr>
        <p:spPr>
          <a:xfrm>
            <a:off x="0" y="304801"/>
            <a:ext cx="5659755" cy="561824"/>
          </a:xfrm>
          <a:custGeom>
            <a:avLst/>
            <a:gdLst/>
            <a:ahLst/>
            <a:cxnLst/>
            <a:rect l="l" t="t" r="r" b="b"/>
            <a:pathLst>
              <a:path w="5659755" h="415290" extrusionOk="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7" name="Google Shape;277;p29"/>
          <p:cNvSpPr txBox="1"/>
          <p:nvPr/>
        </p:nvSpPr>
        <p:spPr>
          <a:xfrm>
            <a:off x="381000" y="381000"/>
            <a:ext cx="4724400"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s-PE" sz="2400" b="1">
                <a:solidFill>
                  <a:srgbClr val="FFFFFF"/>
                </a:solidFill>
                <a:latin typeface="Arial"/>
                <a:ea typeface="Arial"/>
                <a:cs typeface="Arial"/>
                <a:sym typeface="Arial"/>
              </a:rPr>
              <a:t>Sesión 13: Introd. Cassandra</a:t>
            </a:r>
            <a:endParaRPr sz="2400">
              <a:solidFill>
                <a:schemeClr val="dk1"/>
              </a:solidFill>
              <a:latin typeface="Arial"/>
              <a:ea typeface="Arial"/>
              <a:cs typeface="Arial"/>
              <a:sym typeface="Arial"/>
            </a:endParaRPr>
          </a:p>
        </p:txBody>
      </p:sp>
      <p:sp>
        <p:nvSpPr>
          <p:cNvPr id="278" name="Google Shape;278;p29"/>
          <p:cNvSpPr txBox="1"/>
          <p:nvPr/>
        </p:nvSpPr>
        <p:spPr>
          <a:xfrm>
            <a:off x="3886200" y="3581400"/>
            <a:ext cx="6476999" cy="295402"/>
          </a:xfrm>
          <a:prstGeom prst="rect">
            <a:avLst/>
          </a:prstGeom>
          <a:solidFill>
            <a:srgbClr val="FFFFFF"/>
          </a:solidFill>
          <a:ln>
            <a:noFill/>
          </a:ln>
        </p:spPr>
        <p:txBody>
          <a:bodyPr spcFirstLastPara="1" wrap="square" lIns="0" tIns="0" rIns="0" bIns="0" anchor="t" anchorCtr="0">
            <a:spAutoFit/>
          </a:bodyPr>
          <a:lstStyle/>
          <a:p>
            <a:pPr marL="0" marR="0" lvl="0" indent="0" algn="l" rtl="0">
              <a:lnSpc>
                <a:spcPct val="65312"/>
              </a:lnSpc>
              <a:spcBef>
                <a:spcPts val="0"/>
              </a:spcBef>
              <a:spcAft>
                <a:spcPts val="0"/>
              </a:spcAft>
              <a:buNone/>
            </a:pPr>
            <a:endParaRPr sz="3200">
              <a:solidFill>
                <a:schemeClr val="dk1"/>
              </a:solidFill>
              <a:latin typeface="Arial"/>
              <a:ea typeface="Arial"/>
              <a:cs typeface="Arial"/>
              <a:sym typeface="Arial"/>
            </a:endParaRPr>
          </a:p>
        </p:txBody>
      </p:sp>
      <p:sp>
        <p:nvSpPr>
          <p:cNvPr id="279" name="Google Shape;279;p29"/>
          <p:cNvSpPr txBox="1"/>
          <p:nvPr/>
        </p:nvSpPr>
        <p:spPr>
          <a:xfrm>
            <a:off x="3039354" y="1831852"/>
            <a:ext cx="6096000" cy="115416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s-PE" sz="3200">
                <a:solidFill>
                  <a:schemeClr val="dk1"/>
                </a:solidFill>
                <a:latin typeface="Arial"/>
                <a:ea typeface="Arial"/>
                <a:cs typeface="Arial"/>
                <a:sym typeface="Arial"/>
              </a:rPr>
              <a:t>¿Qué se les hizo más fácil?</a:t>
            </a:r>
            <a:endParaRPr/>
          </a:p>
          <a:p>
            <a:pPr marL="0" marR="0" lvl="0" indent="0" algn="ctr" rtl="0">
              <a:lnSpc>
                <a:spcPct val="100000"/>
              </a:lnSpc>
              <a:spcBef>
                <a:spcPts val="585"/>
              </a:spcBef>
              <a:spcAft>
                <a:spcPts val="0"/>
              </a:spcAft>
              <a:buNone/>
            </a:pPr>
            <a:r>
              <a:rPr lang="es-PE" sz="3200">
                <a:solidFill>
                  <a:schemeClr val="dk1"/>
                </a:solidFill>
                <a:latin typeface="Arial"/>
                <a:ea typeface="Arial"/>
                <a:cs typeface="Arial"/>
                <a:sym typeface="Arial"/>
              </a:rPr>
              <a:t>¿Qué se les hizo más retador?</a:t>
            </a:r>
            <a:endParaRPr sz="3200">
              <a:solidFill>
                <a:schemeClr val="dk1"/>
              </a:solidFill>
              <a:latin typeface="Arial"/>
              <a:ea typeface="Arial"/>
              <a:cs typeface="Arial"/>
              <a:sym typeface="Arial"/>
            </a:endParaRPr>
          </a:p>
        </p:txBody>
      </p:sp>
      <p:pic>
        <p:nvPicPr>
          <p:cNvPr id="280" name="Google Shape;280;p29"/>
          <p:cNvPicPr preferRelativeResize="0"/>
          <p:nvPr/>
        </p:nvPicPr>
        <p:blipFill rotWithShape="1">
          <a:blip r:embed="rId3">
            <a:alphaModFix/>
          </a:blip>
          <a:srcRect/>
          <a:stretch/>
        </p:blipFill>
        <p:spPr>
          <a:xfrm>
            <a:off x="4953000" y="3618011"/>
            <a:ext cx="2047300" cy="2047300"/>
          </a:xfrm>
          <a:prstGeom prst="rect">
            <a:avLst/>
          </a:prstGeom>
          <a:noFill/>
          <a:ln>
            <a:noFill/>
          </a:ln>
        </p:spPr>
      </p:pic>
      <p:pic>
        <p:nvPicPr>
          <p:cNvPr id="281" name="Google Shape;281;p29"/>
          <p:cNvPicPr preferRelativeResize="0"/>
          <p:nvPr/>
        </p:nvPicPr>
        <p:blipFill rotWithShape="1">
          <a:blip r:embed="rId3">
            <a:alphaModFix/>
          </a:blip>
          <a:srcRect/>
          <a:stretch/>
        </p:blipFill>
        <p:spPr>
          <a:xfrm>
            <a:off x="5766673" y="318461"/>
            <a:ext cx="548164" cy="54816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30"/>
          <p:cNvSpPr/>
          <p:nvPr/>
        </p:nvSpPr>
        <p:spPr>
          <a:xfrm>
            <a:off x="0" y="304801"/>
            <a:ext cx="5659755" cy="561824"/>
          </a:xfrm>
          <a:custGeom>
            <a:avLst/>
            <a:gdLst/>
            <a:ahLst/>
            <a:cxnLst/>
            <a:rect l="l" t="t" r="r" b="b"/>
            <a:pathLst>
              <a:path w="5659755" h="415290" extrusionOk="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7" name="Google Shape;287;p30"/>
          <p:cNvSpPr txBox="1"/>
          <p:nvPr/>
        </p:nvSpPr>
        <p:spPr>
          <a:xfrm>
            <a:off x="381000" y="381000"/>
            <a:ext cx="4724400"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s-PE" sz="2400" b="1">
                <a:solidFill>
                  <a:srgbClr val="FFFFFF"/>
                </a:solidFill>
                <a:latin typeface="Arial"/>
                <a:ea typeface="Arial"/>
                <a:cs typeface="Arial"/>
                <a:sym typeface="Arial"/>
              </a:rPr>
              <a:t>Aprendizajes</a:t>
            </a:r>
            <a:endParaRPr sz="2400">
              <a:solidFill>
                <a:schemeClr val="dk1"/>
              </a:solidFill>
              <a:latin typeface="Arial"/>
              <a:ea typeface="Arial"/>
              <a:cs typeface="Arial"/>
              <a:sym typeface="Arial"/>
            </a:endParaRPr>
          </a:p>
        </p:txBody>
      </p:sp>
      <p:sp>
        <p:nvSpPr>
          <p:cNvPr id="288" name="Google Shape;288;p30"/>
          <p:cNvSpPr txBox="1"/>
          <p:nvPr/>
        </p:nvSpPr>
        <p:spPr>
          <a:xfrm>
            <a:off x="3886200" y="3581400"/>
            <a:ext cx="6476999" cy="295402"/>
          </a:xfrm>
          <a:prstGeom prst="rect">
            <a:avLst/>
          </a:prstGeom>
          <a:solidFill>
            <a:srgbClr val="FFFFFF"/>
          </a:solidFill>
          <a:ln>
            <a:noFill/>
          </a:ln>
        </p:spPr>
        <p:txBody>
          <a:bodyPr spcFirstLastPara="1" wrap="square" lIns="0" tIns="0" rIns="0" bIns="0" anchor="t" anchorCtr="0">
            <a:spAutoFit/>
          </a:bodyPr>
          <a:lstStyle/>
          <a:p>
            <a:pPr marL="0" marR="0" lvl="0" indent="0" algn="l" rtl="0">
              <a:lnSpc>
                <a:spcPct val="65312"/>
              </a:lnSpc>
              <a:spcBef>
                <a:spcPts val="0"/>
              </a:spcBef>
              <a:spcAft>
                <a:spcPts val="0"/>
              </a:spcAft>
              <a:buNone/>
            </a:pPr>
            <a:endParaRPr sz="3200">
              <a:solidFill>
                <a:schemeClr val="dk1"/>
              </a:solidFill>
              <a:latin typeface="Arial"/>
              <a:ea typeface="Arial"/>
              <a:cs typeface="Arial"/>
              <a:sym typeface="Arial"/>
            </a:endParaRPr>
          </a:p>
        </p:txBody>
      </p:sp>
      <p:sp>
        <p:nvSpPr>
          <p:cNvPr id="289" name="Google Shape;289;p30"/>
          <p:cNvSpPr txBox="1"/>
          <p:nvPr/>
        </p:nvSpPr>
        <p:spPr>
          <a:xfrm>
            <a:off x="2243577" y="3149025"/>
            <a:ext cx="7687554" cy="584775"/>
          </a:xfrm>
          <a:prstGeom prst="rect">
            <a:avLst/>
          </a:prstGeom>
          <a:noFill/>
          <a:ln>
            <a:noFill/>
          </a:ln>
        </p:spPr>
        <p:txBody>
          <a:bodyPr spcFirstLastPara="1" wrap="square" lIns="91425" tIns="45700" rIns="91425" bIns="45700" anchor="t" anchorCtr="0">
            <a:spAutoFit/>
          </a:bodyPr>
          <a:lstStyle/>
          <a:p>
            <a:pPr marL="12700" marR="0" lvl="0" indent="0" algn="ctr" rtl="0">
              <a:lnSpc>
                <a:spcPct val="100000"/>
              </a:lnSpc>
              <a:spcBef>
                <a:spcPts val="0"/>
              </a:spcBef>
              <a:spcAft>
                <a:spcPts val="0"/>
              </a:spcAft>
              <a:buNone/>
            </a:pPr>
            <a:r>
              <a:rPr lang="es-PE" sz="3200" b="1">
                <a:solidFill>
                  <a:schemeClr val="dk1"/>
                </a:solidFill>
                <a:latin typeface="Arial"/>
                <a:ea typeface="Arial"/>
                <a:cs typeface="Arial"/>
                <a:sym typeface="Arial"/>
              </a:rPr>
              <a:t>¿Qué hemos aprendido el día de hoy?</a:t>
            </a:r>
            <a:endParaRPr sz="3200">
              <a:solidFill>
                <a:schemeClr val="dk1"/>
              </a:solidFill>
              <a:latin typeface="Arial"/>
              <a:ea typeface="Arial"/>
              <a:cs typeface="Arial"/>
              <a:sym typeface="Arial"/>
            </a:endParaRPr>
          </a:p>
        </p:txBody>
      </p:sp>
      <p:pic>
        <p:nvPicPr>
          <p:cNvPr id="290" name="Google Shape;290;p30"/>
          <p:cNvPicPr preferRelativeResize="0"/>
          <p:nvPr/>
        </p:nvPicPr>
        <p:blipFill rotWithShape="1">
          <a:blip r:embed="rId3">
            <a:alphaModFix/>
          </a:blip>
          <a:srcRect/>
          <a:stretch/>
        </p:blipFill>
        <p:spPr>
          <a:xfrm>
            <a:off x="5766673" y="318461"/>
            <a:ext cx="548164" cy="54816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1"/>
          <p:cNvSpPr/>
          <p:nvPr/>
        </p:nvSpPr>
        <p:spPr>
          <a:xfrm>
            <a:off x="0" y="304801"/>
            <a:ext cx="5659755" cy="561824"/>
          </a:xfrm>
          <a:custGeom>
            <a:avLst/>
            <a:gdLst/>
            <a:ahLst/>
            <a:cxnLst/>
            <a:rect l="l" t="t" r="r" b="b"/>
            <a:pathLst>
              <a:path w="5659755" h="415290" extrusionOk="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6" name="Google Shape;296;p31"/>
          <p:cNvSpPr txBox="1"/>
          <p:nvPr/>
        </p:nvSpPr>
        <p:spPr>
          <a:xfrm>
            <a:off x="381000" y="381000"/>
            <a:ext cx="4724400"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s-PE" sz="2400" b="1">
                <a:solidFill>
                  <a:srgbClr val="FFFFFF"/>
                </a:solidFill>
                <a:latin typeface="Arial"/>
                <a:ea typeface="Arial"/>
                <a:cs typeface="Arial"/>
                <a:sym typeface="Arial"/>
              </a:rPr>
              <a:t>Conclusiones</a:t>
            </a:r>
            <a:endParaRPr sz="2400">
              <a:solidFill>
                <a:schemeClr val="dk1"/>
              </a:solidFill>
              <a:latin typeface="Arial"/>
              <a:ea typeface="Arial"/>
              <a:cs typeface="Arial"/>
              <a:sym typeface="Arial"/>
            </a:endParaRPr>
          </a:p>
        </p:txBody>
      </p:sp>
      <p:sp>
        <p:nvSpPr>
          <p:cNvPr id="297" name="Google Shape;297;p31"/>
          <p:cNvSpPr txBox="1"/>
          <p:nvPr/>
        </p:nvSpPr>
        <p:spPr>
          <a:xfrm>
            <a:off x="3886200" y="3581400"/>
            <a:ext cx="6476999" cy="295402"/>
          </a:xfrm>
          <a:prstGeom prst="rect">
            <a:avLst/>
          </a:prstGeom>
          <a:solidFill>
            <a:srgbClr val="FFFFFF"/>
          </a:solidFill>
          <a:ln>
            <a:noFill/>
          </a:ln>
        </p:spPr>
        <p:txBody>
          <a:bodyPr spcFirstLastPara="1" wrap="square" lIns="0" tIns="0" rIns="0" bIns="0" anchor="t" anchorCtr="0">
            <a:spAutoFit/>
          </a:bodyPr>
          <a:lstStyle/>
          <a:p>
            <a:pPr marL="0" marR="0" lvl="0" indent="0" algn="l" rtl="0">
              <a:lnSpc>
                <a:spcPct val="65312"/>
              </a:lnSpc>
              <a:spcBef>
                <a:spcPts val="0"/>
              </a:spcBef>
              <a:spcAft>
                <a:spcPts val="0"/>
              </a:spcAft>
              <a:buNone/>
            </a:pPr>
            <a:endParaRPr sz="3200">
              <a:solidFill>
                <a:schemeClr val="dk1"/>
              </a:solidFill>
              <a:latin typeface="Arial"/>
              <a:ea typeface="Arial"/>
              <a:cs typeface="Arial"/>
              <a:sym typeface="Arial"/>
            </a:endParaRPr>
          </a:p>
        </p:txBody>
      </p:sp>
      <p:sp>
        <p:nvSpPr>
          <p:cNvPr id="298" name="Google Shape;298;p31"/>
          <p:cNvSpPr txBox="1"/>
          <p:nvPr/>
        </p:nvSpPr>
        <p:spPr>
          <a:xfrm>
            <a:off x="2243577" y="2644170"/>
            <a:ext cx="7687554" cy="1569660"/>
          </a:xfrm>
          <a:prstGeom prst="rect">
            <a:avLst/>
          </a:prstGeom>
          <a:noFill/>
          <a:ln>
            <a:noFill/>
          </a:ln>
        </p:spPr>
        <p:txBody>
          <a:bodyPr spcFirstLastPara="1" wrap="square" lIns="91425" tIns="45700" rIns="91425" bIns="45700" anchor="t" anchorCtr="0">
            <a:spAutoFit/>
          </a:bodyPr>
          <a:lstStyle/>
          <a:p>
            <a:pPr marL="12700" marR="0" lvl="0" indent="0" algn="ctr" rtl="0">
              <a:lnSpc>
                <a:spcPct val="100000"/>
              </a:lnSpc>
              <a:spcBef>
                <a:spcPts val="0"/>
              </a:spcBef>
              <a:spcAft>
                <a:spcPts val="0"/>
              </a:spcAft>
              <a:buNone/>
            </a:pPr>
            <a:r>
              <a:rPr lang="es-PE" sz="3200">
                <a:solidFill>
                  <a:schemeClr val="dk1"/>
                </a:solidFill>
                <a:latin typeface="Arial"/>
                <a:ea typeface="Arial"/>
                <a:cs typeface="Arial"/>
                <a:sym typeface="Arial"/>
              </a:rPr>
              <a:t>Tomar apuntes de manera eficaz ayuda a consolidar el  aprendizaje y prepararse para los exámenes.</a:t>
            </a:r>
            <a:endParaRPr/>
          </a:p>
        </p:txBody>
      </p:sp>
      <p:pic>
        <p:nvPicPr>
          <p:cNvPr id="299" name="Google Shape;299;p31"/>
          <p:cNvPicPr preferRelativeResize="0"/>
          <p:nvPr/>
        </p:nvPicPr>
        <p:blipFill rotWithShape="1">
          <a:blip r:embed="rId3">
            <a:alphaModFix/>
          </a:blip>
          <a:srcRect/>
          <a:stretch/>
        </p:blipFill>
        <p:spPr>
          <a:xfrm>
            <a:off x="5705310" y="304802"/>
            <a:ext cx="561824" cy="56182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2"/>
          <p:cNvSpPr/>
          <p:nvPr/>
        </p:nvSpPr>
        <p:spPr>
          <a:xfrm>
            <a:off x="0" y="304801"/>
            <a:ext cx="5659755" cy="561824"/>
          </a:xfrm>
          <a:custGeom>
            <a:avLst/>
            <a:gdLst/>
            <a:ahLst/>
            <a:cxnLst/>
            <a:rect l="l" t="t" r="r" b="b"/>
            <a:pathLst>
              <a:path w="5659755" h="415290" extrusionOk="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5" name="Google Shape;305;p32"/>
          <p:cNvSpPr txBox="1"/>
          <p:nvPr/>
        </p:nvSpPr>
        <p:spPr>
          <a:xfrm>
            <a:off x="381000" y="381000"/>
            <a:ext cx="4724400"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s-PE" sz="2400" b="1">
                <a:solidFill>
                  <a:srgbClr val="FFFFFF"/>
                </a:solidFill>
                <a:latin typeface="Arial"/>
                <a:ea typeface="Arial"/>
                <a:cs typeface="Arial"/>
                <a:sym typeface="Arial"/>
              </a:rPr>
              <a:t>Conclusiones</a:t>
            </a:r>
            <a:endParaRPr sz="2400">
              <a:solidFill>
                <a:schemeClr val="dk1"/>
              </a:solidFill>
              <a:latin typeface="Arial"/>
              <a:ea typeface="Arial"/>
              <a:cs typeface="Arial"/>
              <a:sym typeface="Arial"/>
            </a:endParaRPr>
          </a:p>
        </p:txBody>
      </p:sp>
      <p:sp>
        <p:nvSpPr>
          <p:cNvPr id="306" name="Google Shape;306;p32"/>
          <p:cNvSpPr txBox="1"/>
          <p:nvPr/>
        </p:nvSpPr>
        <p:spPr>
          <a:xfrm>
            <a:off x="3886200" y="3581400"/>
            <a:ext cx="6476999" cy="295402"/>
          </a:xfrm>
          <a:prstGeom prst="rect">
            <a:avLst/>
          </a:prstGeom>
          <a:solidFill>
            <a:srgbClr val="FFFFFF"/>
          </a:solidFill>
          <a:ln>
            <a:noFill/>
          </a:ln>
        </p:spPr>
        <p:txBody>
          <a:bodyPr spcFirstLastPara="1" wrap="square" lIns="0" tIns="0" rIns="0" bIns="0" anchor="t" anchorCtr="0">
            <a:spAutoFit/>
          </a:bodyPr>
          <a:lstStyle/>
          <a:p>
            <a:pPr marL="0" marR="0" lvl="0" indent="0" algn="l" rtl="0">
              <a:lnSpc>
                <a:spcPct val="65312"/>
              </a:lnSpc>
              <a:spcBef>
                <a:spcPts val="0"/>
              </a:spcBef>
              <a:spcAft>
                <a:spcPts val="0"/>
              </a:spcAft>
              <a:buNone/>
            </a:pPr>
            <a:endParaRPr sz="3200">
              <a:solidFill>
                <a:schemeClr val="dk1"/>
              </a:solidFill>
              <a:latin typeface="Arial"/>
              <a:ea typeface="Arial"/>
              <a:cs typeface="Arial"/>
              <a:sym typeface="Arial"/>
            </a:endParaRPr>
          </a:p>
        </p:txBody>
      </p:sp>
      <p:sp>
        <p:nvSpPr>
          <p:cNvPr id="307" name="Google Shape;307;p32"/>
          <p:cNvSpPr txBox="1"/>
          <p:nvPr/>
        </p:nvSpPr>
        <p:spPr>
          <a:xfrm>
            <a:off x="630555" y="1089754"/>
            <a:ext cx="10058400" cy="576824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400">
                <a:solidFill>
                  <a:schemeClr val="dk1"/>
                </a:solidFill>
                <a:latin typeface="Calibri"/>
                <a:ea typeface="Calibri"/>
                <a:cs typeface="Calibri"/>
                <a:sym typeface="Calibri"/>
              </a:rPr>
              <a:t>1. Propósito y Uso</a:t>
            </a:r>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 **Factory**: El patrón Factory Method se utiliza principalmente para crear objetos de una jerarquía de clases relacionados mediante una interfaz común, ocultando el tipo específico de objeto que se crea. Es ideal cuando el proceso de creación de objetos puede variar y se desea encapsular esta lógica en una clase separada.</a:t>
            </a:r>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  - **Ejemplo**: Crear diferentes tipos de notificaciones (correo electrónico, SMS) en función de una entrada del usuario.</a:t>
            </a:r>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 **Builder**: El patrón Builder se utiliza para construir objetos complejos paso a paso. Es útil cuando un objeto tiene muchas opciones de configuración y es necesario un enfoque más flexible y controlado para la creación de instancias.</a:t>
            </a:r>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  - **Ejemplo**: Construir un objeto `Coche` con múltiples atributos opcionales como `marca`, `modelo`, `año`, `color`, etc.</a:t>
            </a:r>
            <a:endParaRPr/>
          </a:p>
          <a:p>
            <a:pPr marL="12700" marR="0" lvl="0" indent="0" algn="l" rtl="0">
              <a:lnSpc>
                <a:spcPct val="100000"/>
              </a:lnSpc>
              <a:spcBef>
                <a:spcPts val="100"/>
              </a:spcBef>
              <a:spcAft>
                <a:spcPts val="0"/>
              </a:spcAft>
              <a:buNone/>
            </a:pPr>
            <a:endParaRPr sz="3200">
              <a:solidFill>
                <a:schemeClr val="dk1"/>
              </a:solidFill>
              <a:latin typeface="Arial"/>
              <a:ea typeface="Arial"/>
              <a:cs typeface="Arial"/>
              <a:sym typeface="Arial"/>
            </a:endParaRPr>
          </a:p>
        </p:txBody>
      </p:sp>
      <p:pic>
        <p:nvPicPr>
          <p:cNvPr id="308" name="Google Shape;308;p32"/>
          <p:cNvPicPr preferRelativeResize="0"/>
          <p:nvPr/>
        </p:nvPicPr>
        <p:blipFill rotWithShape="1">
          <a:blip r:embed="rId3">
            <a:alphaModFix/>
          </a:blip>
          <a:srcRect/>
          <a:stretch/>
        </p:blipFill>
        <p:spPr>
          <a:xfrm>
            <a:off x="5705310" y="304802"/>
            <a:ext cx="561824" cy="56182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33"/>
          <p:cNvSpPr/>
          <p:nvPr/>
        </p:nvSpPr>
        <p:spPr>
          <a:xfrm>
            <a:off x="0" y="304801"/>
            <a:ext cx="5659755" cy="561824"/>
          </a:xfrm>
          <a:custGeom>
            <a:avLst/>
            <a:gdLst/>
            <a:ahLst/>
            <a:cxnLst/>
            <a:rect l="l" t="t" r="r" b="b"/>
            <a:pathLst>
              <a:path w="5659755" h="415290" extrusionOk="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4" name="Google Shape;314;p33"/>
          <p:cNvSpPr txBox="1"/>
          <p:nvPr/>
        </p:nvSpPr>
        <p:spPr>
          <a:xfrm>
            <a:off x="381000" y="381000"/>
            <a:ext cx="4724400"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s-PE" sz="2400" b="1">
                <a:solidFill>
                  <a:srgbClr val="FFFFFF"/>
                </a:solidFill>
                <a:latin typeface="Arial"/>
                <a:ea typeface="Arial"/>
                <a:cs typeface="Arial"/>
                <a:sym typeface="Arial"/>
              </a:rPr>
              <a:t>Conclusiones</a:t>
            </a:r>
            <a:endParaRPr sz="2400">
              <a:solidFill>
                <a:schemeClr val="dk1"/>
              </a:solidFill>
              <a:latin typeface="Arial"/>
              <a:ea typeface="Arial"/>
              <a:cs typeface="Arial"/>
              <a:sym typeface="Arial"/>
            </a:endParaRPr>
          </a:p>
        </p:txBody>
      </p:sp>
      <p:sp>
        <p:nvSpPr>
          <p:cNvPr id="315" name="Google Shape;315;p33"/>
          <p:cNvSpPr txBox="1"/>
          <p:nvPr/>
        </p:nvSpPr>
        <p:spPr>
          <a:xfrm>
            <a:off x="3886200" y="3581400"/>
            <a:ext cx="6476999" cy="295402"/>
          </a:xfrm>
          <a:prstGeom prst="rect">
            <a:avLst/>
          </a:prstGeom>
          <a:solidFill>
            <a:srgbClr val="FFFFFF"/>
          </a:solidFill>
          <a:ln>
            <a:noFill/>
          </a:ln>
        </p:spPr>
        <p:txBody>
          <a:bodyPr spcFirstLastPara="1" wrap="square" lIns="0" tIns="0" rIns="0" bIns="0" anchor="t" anchorCtr="0">
            <a:spAutoFit/>
          </a:bodyPr>
          <a:lstStyle/>
          <a:p>
            <a:pPr marL="0" marR="0" lvl="0" indent="0" algn="l" rtl="0">
              <a:lnSpc>
                <a:spcPct val="65312"/>
              </a:lnSpc>
              <a:spcBef>
                <a:spcPts val="0"/>
              </a:spcBef>
              <a:spcAft>
                <a:spcPts val="0"/>
              </a:spcAft>
              <a:buNone/>
            </a:pPr>
            <a:endParaRPr sz="3200">
              <a:solidFill>
                <a:schemeClr val="dk1"/>
              </a:solidFill>
              <a:latin typeface="Arial"/>
              <a:ea typeface="Arial"/>
              <a:cs typeface="Arial"/>
              <a:sym typeface="Arial"/>
            </a:endParaRPr>
          </a:p>
        </p:txBody>
      </p:sp>
      <p:sp>
        <p:nvSpPr>
          <p:cNvPr id="316" name="Google Shape;316;p33"/>
          <p:cNvSpPr txBox="1"/>
          <p:nvPr/>
        </p:nvSpPr>
        <p:spPr>
          <a:xfrm>
            <a:off x="630555" y="947740"/>
            <a:ext cx="10058400" cy="613757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800">
                <a:solidFill>
                  <a:schemeClr val="dk1"/>
                </a:solidFill>
                <a:latin typeface="Calibri"/>
                <a:ea typeface="Calibri"/>
                <a:cs typeface="Calibri"/>
                <a:sym typeface="Calibri"/>
              </a:rPr>
              <a:t> </a:t>
            </a:r>
            <a:r>
              <a:rPr lang="es-PE" sz="2400">
                <a:solidFill>
                  <a:schemeClr val="dk1"/>
                </a:solidFill>
                <a:latin typeface="Calibri"/>
                <a:ea typeface="Calibri"/>
                <a:cs typeface="Calibri"/>
                <a:sym typeface="Calibri"/>
              </a:rPr>
              <a:t>2. Flexibilidad en la Creación</a:t>
            </a:r>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 **Factory**: La flexibilidad se centra en qué tipo de objeto se crea, permitiendo la creación de una familia de objetos relacionados sin especificar la clase concreta. La lógica de creación de objetos puede estar centralizada y modificarse fácilmente.</a:t>
            </a:r>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  - **Ventaja**: Facilita la creación de nuevos tipos de objetos sin modificar el código cliente.</a:t>
            </a:r>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 **Builder**: La flexibilidad se centra en cómo se crea el objeto, permitiendo una construcción detallada y paso a paso. Se puede personalizar cada paso del proceso de construcción sin necesidad de múltiples constructores sobrecargados.</a:t>
            </a:r>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  - **Ventaja**: Facilita la creación de objetos complejos con múltiples configuraciones opcionales, mejorando la legibilidad y mantenibilidad del código.</a:t>
            </a:r>
            <a:endParaRPr/>
          </a:p>
          <a:p>
            <a:pPr marL="12700" marR="0" lvl="0" indent="0" algn="l" rtl="0">
              <a:lnSpc>
                <a:spcPct val="100000"/>
              </a:lnSpc>
              <a:spcBef>
                <a:spcPts val="100"/>
              </a:spcBef>
              <a:spcAft>
                <a:spcPts val="0"/>
              </a:spcAft>
              <a:buNone/>
            </a:pPr>
            <a:endParaRPr sz="3200">
              <a:solidFill>
                <a:schemeClr val="dk1"/>
              </a:solidFill>
              <a:latin typeface="Arial"/>
              <a:ea typeface="Arial"/>
              <a:cs typeface="Arial"/>
              <a:sym typeface="Arial"/>
            </a:endParaRPr>
          </a:p>
        </p:txBody>
      </p:sp>
      <p:pic>
        <p:nvPicPr>
          <p:cNvPr id="317" name="Google Shape;317;p33"/>
          <p:cNvPicPr preferRelativeResize="0"/>
          <p:nvPr/>
        </p:nvPicPr>
        <p:blipFill rotWithShape="1">
          <a:blip r:embed="rId3">
            <a:alphaModFix/>
          </a:blip>
          <a:srcRect/>
          <a:stretch/>
        </p:blipFill>
        <p:spPr>
          <a:xfrm>
            <a:off x="5705310" y="304802"/>
            <a:ext cx="561824" cy="56182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34"/>
          <p:cNvSpPr/>
          <p:nvPr/>
        </p:nvSpPr>
        <p:spPr>
          <a:xfrm>
            <a:off x="0" y="304801"/>
            <a:ext cx="5659755" cy="561824"/>
          </a:xfrm>
          <a:custGeom>
            <a:avLst/>
            <a:gdLst/>
            <a:ahLst/>
            <a:cxnLst/>
            <a:rect l="l" t="t" r="r" b="b"/>
            <a:pathLst>
              <a:path w="5659755" h="415290" extrusionOk="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3" name="Google Shape;323;p34"/>
          <p:cNvSpPr txBox="1"/>
          <p:nvPr/>
        </p:nvSpPr>
        <p:spPr>
          <a:xfrm>
            <a:off x="381000" y="381000"/>
            <a:ext cx="4724400"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s-PE" sz="2400" b="1">
                <a:solidFill>
                  <a:srgbClr val="FFFFFF"/>
                </a:solidFill>
                <a:latin typeface="Arial"/>
                <a:ea typeface="Arial"/>
                <a:cs typeface="Arial"/>
                <a:sym typeface="Arial"/>
              </a:rPr>
              <a:t>Conclusiones</a:t>
            </a:r>
            <a:endParaRPr sz="2400">
              <a:solidFill>
                <a:schemeClr val="dk1"/>
              </a:solidFill>
              <a:latin typeface="Arial"/>
              <a:ea typeface="Arial"/>
              <a:cs typeface="Arial"/>
              <a:sym typeface="Arial"/>
            </a:endParaRPr>
          </a:p>
        </p:txBody>
      </p:sp>
      <p:sp>
        <p:nvSpPr>
          <p:cNvPr id="324" name="Google Shape;324;p34"/>
          <p:cNvSpPr txBox="1"/>
          <p:nvPr/>
        </p:nvSpPr>
        <p:spPr>
          <a:xfrm>
            <a:off x="3886200" y="3581400"/>
            <a:ext cx="6476999" cy="295402"/>
          </a:xfrm>
          <a:prstGeom prst="rect">
            <a:avLst/>
          </a:prstGeom>
          <a:solidFill>
            <a:srgbClr val="FFFFFF"/>
          </a:solidFill>
          <a:ln>
            <a:noFill/>
          </a:ln>
        </p:spPr>
        <p:txBody>
          <a:bodyPr spcFirstLastPara="1" wrap="square" lIns="0" tIns="0" rIns="0" bIns="0" anchor="t" anchorCtr="0">
            <a:spAutoFit/>
          </a:bodyPr>
          <a:lstStyle/>
          <a:p>
            <a:pPr marL="0" marR="0" lvl="0" indent="0" algn="l" rtl="0">
              <a:lnSpc>
                <a:spcPct val="65312"/>
              </a:lnSpc>
              <a:spcBef>
                <a:spcPts val="0"/>
              </a:spcBef>
              <a:spcAft>
                <a:spcPts val="0"/>
              </a:spcAft>
              <a:buNone/>
            </a:pPr>
            <a:endParaRPr sz="3200">
              <a:solidFill>
                <a:schemeClr val="dk1"/>
              </a:solidFill>
              <a:latin typeface="Arial"/>
              <a:ea typeface="Arial"/>
              <a:cs typeface="Arial"/>
              <a:sym typeface="Arial"/>
            </a:endParaRPr>
          </a:p>
        </p:txBody>
      </p:sp>
      <p:sp>
        <p:nvSpPr>
          <p:cNvPr id="325" name="Google Shape;325;p34"/>
          <p:cNvSpPr txBox="1"/>
          <p:nvPr/>
        </p:nvSpPr>
        <p:spPr>
          <a:xfrm>
            <a:off x="630555" y="1154284"/>
            <a:ext cx="10058400" cy="53989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2400">
                <a:solidFill>
                  <a:schemeClr val="dk1"/>
                </a:solidFill>
                <a:latin typeface="Calibri"/>
                <a:ea typeface="Calibri"/>
                <a:cs typeface="Calibri"/>
                <a:sym typeface="Calibri"/>
              </a:rPr>
              <a:t>3. Complejidad y Legibilidad del Código</a:t>
            </a:r>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 **Factory**: Simplifica la creación de objetos al encapsular la lógica de creación en una fábrica, pero puede introducir complejidad si hay demasiados tipos de productos o si la lógica de creación es muy variada.</a:t>
            </a:r>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  - **Desventaja**: Puede resultar en una jerarquía de clases más compleja con múltiples fábricas si no se gestiona adecuadamente.</a:t>
            </a:r>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 **Builder**: Simplifica la construcción de objetos complejos proporcionando una interfaz clara y fluida para configurar las opciones del objeto. Esto mejora la legibilidad y la mantenibilidad del código, especialmente cuando el objeto tiene muchos atributos opcionales.</a:t>
            </a:r>
            <a:endParaRPr/>
          </a:p>
          <a:p>
            <a:pPr marL="0" marR="0" lvl="0" indent="0" algn="l" rtl="0">
              <a:spcBef>
                <a:spcPts val="0"/>
              </a:spcBef>
              <a:spcAft>
                <a:spcPts val="0"/>
              </a:spcAft>
              <a:buNone/>
            </a:pPr>
            <a:r>
              <a:rPr lang="es-PE" sz="2400">
                <a:solidFill>
                  <a:schemeClr val="dk1"/>
                </a:solidFill>
                <a:latin typeface="Calibri"/>
                <a:ea typeface="Calibri"/>
                <a:cs typeface="Calibri"/>
                <a:sym typeface="Calibri"/>
              </a:rPr>
              <a:t>  - **Desventaja**: Puede ser excesivo para objetos simples donde un patrón Factory o incluso un simple constructor serían suficientes.</a:t>
            </a:r>
            <a:endParaRPr/>
          </a:p>
          <a:p>
            <a:pPr marL="12700" marR="0" lvl="0" indent="0" algn="l" rtl="0">
              <a:lnSpc>
                <a:spcPct val="100000"/>
              </a:lnSpc>
              <a:spcBef>
                <a:spcPts val="100"/>
              </a:spcBef>
              <a:spcAft>
                <a:spcPts val="0"/>
              </a:spcAft>
              <a:buNone/>
            </a:pPr>
            <a:endParaRPr sz="3200">
              <a:solidFill>
                <a:schemeClr val="dk1"/>
              </a:solidFill>
              <a:latin typeface="Arial"/>
              <a:ea typeface="Arial"/>
              <a:cs typeface="Arial"/>
              <a:sym typeface="Arial"/>
            </a:endParaRPr>
          </a:p>
        </p:txBody>
      </p:sp>
      <p:pic>
        <p:nvPicPr>
          <p:cNvPr id="326" name="Google Shape;326;p34"/>
          <p:cNvPicPr preferRelativeResize="0"/>
          <p:nvPr/>
        </p:nvPicPr>
        <p:blipFill rotWithShape="1">
          <a:blip r:embed="rId3">
            <a:alphaModFix/>
          </a:blip>
          <a:srcRect/>
          <a:stretch/>
        </p:blipFill>
        <p:spPr>
          <a:xfrm>
            <a:off x="5705310" y="304802"/>
            <a:ext cx="561824" cy="56182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35"/>
          <p:cNvSpPr/>
          <p:nvPr/>
        </p:nvSpPr>
        <p:spPr>
          <a:xfrm>
            <a:off x="0" y="304801"/>
            <a:ext cx="5659755" cy="561824"/>
          </a:xfrm>
          <a:custGeom>
            <a:avLst/>
            <a:gdLst/>
            <a:ahLst/>
            <a:cxnLst/>
            <a:rect l="l" t="t" r="r" b="b"/>
            <a:pathLst>
              <a:path w="5659755" h="415290" extrusionOk="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2" name="Google Shape;332;p35"/>
          <p:cNvSpPr txBox="1"/>
          <p:nvPr/>
        </p:nvSpPr>
        <p:spPr>
          <a:xfrm>
            <a:off x="381000" y="381000"/>
            <a:ext cx="4724400"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s-PE" sz="2400" b="1">
                <a:solidFill>
                  <a:srgbClr val="FFFFFF"/>
                </a:solidFill>
                <a:latin typeface="Arial"/>
                <a:ea typeface="Arial"/>
                <a:cs typeface="Arial"/>
                <a:sym typeface="Arial"/>
              </a:rPr>
              <a:t>Tarea</a:t>
            </a:r>
            <a:endParaRPr sz="2400">
              <a:solidFill>
                <a:schemeClr val="dk1"/>
              </a:solidFill>
              <a:latin typeface="Arial"/>
              <a:ea typeface="Arial"/>
              <a:cs typeface="Arial"/>
              <a:sym typeface="Arial"/>
            </a:endParaRPr>
          </a:p>
        </p:txBody>
      </p:sp>
      <p:sp>
        <p:nvSpPr>
          <p:cNvPr id="333" name="Google Shape;333;p35"/>
          <p:cNvSpPr txBox="1"/>
          <p:nvPr/>
        </p:nvSpPr>
        <p:spPr>
          <a:xfrm>
            <a:off x="3886200" y="3581400"/>
            <a:ext cx="6476999" cy="295402"/>
          </a:xfrm>
          <a:prstGeom prst="rect">
            <a:avLst/>
          </a:prstGeom>
          <a:solidFill>
            <a:srgbClr val="FFFFFF"/>
          </a:solidFill>
          <a:ln>
            <a:noFill/>
          </a:ln>
        </p:spPr>
        <p:txBody>
          <a:bodyPr spcFirstLastPara="1" wrap="square" lIns="0" tIns="0" rIns="0" bIns="0" anchor="t" anchorCtr="0">
            <a:spAutoFit/>
          </a:bodyPr>
          <a:lstStyle/>
          <a:p>
            <a:pPr marL="0" marR="0" lvl="0" indent="0" algn="l" rtl="0">
              <a:lnSpc>
                <a:spcPct val="65312"/>
              </a:lnSpc>
              <a:spcBef>
                <a:spcPts val="0"/>
              </a:spcBef>
              <a:spcAft>
                <a:spcPts val="0"/>
              </a:spcAft>
              <a:buNone/>
            </a:pPr>
            <a:endParaRPr sz="3200">
              <a:solidFill>
                <a:schemeClr val="dk1"/>
              </a:solidFill>
              <a:latin typeface="Arial"/>
              <a:ea typeface="Arial"/>
              <a:cs typeface="Arial"/>
              <a:sym typeface="Arial"/>
            </a:endParaRPr>
          </a:p>
        </p:txBody>
      </p:sp>
      <p:pic>
        <p:nvPicPr>
          <p:cNvPr id="334" name="Google Shape;334;p35"/>
          <p:cNvPicPr preferRelativeResize="0"/>
          <p:nvPr/>
        </p:nvPicPr>
        <p:blipFill rotWithShape="1">
          <a:blip r:embed="rId3">
            <a:alphaModFix/>
          </a:blip>
          <a:srcRect/>
          <a:stretch/>
        </p:blipFill>
        <p:spPr>
          <a:xfrm>
            <a:off x="5705310" y="304802"/>
            <a:ext cx="561824" cy="561824"/>
          </a:xfrm>
          <a:prstGeom prst="rect">
            <a:avLst/>
          </a:prstGeom>
          <a:noFill/>
          <a:ln>
            <a:noFill/>
          </a:ln>
        </p:spPr>
      </p:pic>
      <p:sp>
        <p:nvSpPr>
          <p:cNvPr id="335" name="Google Shape;335;p35"/>
          <p:cNvSpPr txBox="1"/>
          <p:nvPr/>
        </p:nvSpPr>
        <p:spPr>
          <a:xfrm>
            <a:off x="1055948" y="1690498"/>
            <a:ext cx="10080101" cy="2998898"/>
          </a:xfrm>
          <a:prstGeom prst="rect">
            <a:avLst/>
          </a:prstGeom>
          <a:noFill/>
          <a:ln>
            <a:noFill/>
          </a:ln>
        </p:spPr>
        <p:txBody>
          <a:bodyPr spcFirstLastPara="1" wrap="square" lIns="0" tIns="43800" rIns="0" bIns="0" anchor="t" anchorCtr="0">
            <a:spAutoFit/>
          </a:bodyPr>
          <a:lstStyle/>
          <a:p>
            <a:pPr marL="379095" marR="5080" lvl="0" indent="-214630" algn="l" rtl="0">
              <a:spcBef>
                <a:spcPts val="0"/>
              </a:spcBef>
              <a:spcAft>
                <a:spcPts val="0"/>
              </a:spcAft>
              <a:buClr>
                <a:schemeClr val="dk1"/>
              </a:buClr>
              <a:buSzPts val="2400"/>
              <a:buFont typeface="Calibri"/>
              <a:buNone/>
            </a:pPr>
            <a:endParaRPr sz="2400">
              <a:solidFill>
                <a:schemeClr val="dk1"/>
              </a:solidFill>
              <a:latin typeface="Arial"/>
              <a:ea typeface="Arial"/>
              <a:cs typeface="Arial"/>
              <a:sym typeface="Arial"/>
            </a:endParaRPr>
          </a:p>
          <a:p>
            <a:pPr marL="379095" marR="5080" lvl="0" indent="-367030" algn="l" rtl="0">
              <a:spcBef>
                <a:spcPts val="0"/>
              </a:spcBef>
              <a:spcAft>
                <a:spcPts val="0"/>
              </a:spcAft>
              <a:buClr>
                <a:schemeClr val="dk1"/>
              </a:buClr>
              <a:buSzPts val="2400"/>
              <a:buFont typeface="Arial"/>
              <a:buChar char="●"/>
            </a:pPr>
            <a:r>
              <a:rPr lang="es-PE" sz="2400">
                <a:solidFill>
                  <a:schemeClr val="dk1"/>
                </a:solidFill>
                <a:latin typeface="Arial"/>
                <a:ea typeface="Arial"/>
                <a:cs typeface="Arial"/>
                <a:sym typeface="Arial"/>
              </a:rPr>
              <a:t>Elabora la actividad práctica de acuerdo a la guía de laboratorio de sesión</a:t>
            </a:r>
            <a:endParaRPr/>
          </a:p>
          <a:p>
            <a:pPr marL="379095" marR="5080" lvl="0" indent="-214630" algn="l" rtl="0">
              <a:spcBef>
                <a:spcPts val="0"/>
              </a:spcBef>
              <a:spcAft>
                <a:spcPts val="0"/>
              </a:spcAft>
              <a:buClr>
                <a:schemeClr val="dk1"/>
              </a:buClr>
              <a:buSzPts val="2400"/>
              <a:buFont typeface="Calibri"/>
              <a:buNone/>
            </a:pPr>
            <a:endParaRPr sz="2400">
              <a:solidFill>
                <a:schemeClr val="dk1"/>
              </a:solidFill>
              <a:latin typeface="Arial"/>
              <a:ea typeface="Arial"/>
              <a:cs typeface="Arial"/>
              <a:sym typeface="Arial"/>
            </a:endParaRPr>
          </a:p>
          <a:p>
            <a:pPr marL="379095" marR="5080" lvl="0" indent="-367030" algn="l" rtl="0">
              <a:spcBef>
                <a:spcPts val="0"/>
              </a:spcBef>
              <a:spcAft>
                <a:spcPts val="0"/>
              </a:spcAft>
              <a:buClr>
                <a:schemeClr val="dk1"/>
              </a:buClr>
              <a:buSzPts val="2400"/>
              <a:buFont typeface="Arial"/>
              <a:buChar char="●"/>
            </a:pPr>
            <a:r>
              <a:rPr lang="es-PE" sz="2400">
                <a:solidFill>
                  <a:schemeClr val="dk1"/>
                </a:solidFill>
                <a:latin typeface="Arial"/>
                <a:ea typeface="Arial"/>
                <a:cs typeface="Arial"/>
                <a:sym typeface="Arial"/>
              </a:rPr>
              <a:t>Sube la actividad práctica en la  plataforma virtual de aprendizaje</a:t>
            </a:r>
            <a:endParaRPr sz="2400">
              <a:solidFill>
                <a:schemeClr val="dk1"/>
              </a:solidFill>
              <a:latin typeface="Arial"/>
              <a:ea typeface="Arial"/>
              <a:cs typeface="Arial"/>
              <a:sym typeface="Arial"/>
            </a:endParaRPr>
          </a:p>
          <a:p>
            <a:pPr marL="0" marR="0" lvl="0" indent="0" algn="l" rtl="0">
              <a:spcBef>
                <a:spcPts val="0"/>
              </a:spcBef>
              <a:spcAft>
                <a:spcPts val="0"/>
              </a:spcAft>
              <a:buClr>
                <a:schemeClr val="dk1"/>
              </a:buClr>
              <a:buSzPts val="2400"/>
              <a:buFont typeface="Arial"/>
              <a:buNone/>
            </a:pPr>
            <a:endParaRPr sz="2400">
              <a:solidFill>
                <a:schemeClr val="dk1"/>
              </a:solidFill>
              <a:latin typeface="Arial"/>
              <a:ea typeface="Arial"/>
              <a:cs typeface="Arial"/>
              <a:sym typeface="Arial"/>
            </a:endParaRPr>
          </a:p>
          <a:p>
            <a:pPr marL="379095" marR="0" lvl="0" indent="-367030" algn="l" rtl="0">
              <a:spcBef>
                <a:spcPts val="0"/>
              </a:spcBef>
              <a:spcAft>
                <a:spcPts val="0"/>
              </a:spcAft>
              <a:buClr>
                <a:schemeClr val="dk1"/>
              </a:buClr>
              <a:buSzPts val="2400"/>
              <a:buFont typeface="Arial"/>
              <a:buChar char="●"/>
            </a:pPr>
            <a:r>
              <a:rPr lang="es-PE" sz="2400">
                <a:solidFill>
                  <a:schemeClr val="dk1"/>
                </a:solidFill>
                <a:latin typeface="Arial"/>
                <a:ea typeface="Arial"/>
                <a:cs typeface="Arial"/>
                <a:sym typeface="Arial"/>
              </a:rPr>
              <a:t>Guarda la actividad con la siguiente etiqueta:</a:t>
            </a:r>
            <a:endParaRPr sz="2400">
              <a:solidFill>
                <a:schemeClr val="dk1"/>
              </a:solidFill>
              <a:latin typeface="Arial"/>
              <a:ea typeface="Arial"/>
              <a:cs typeface="Arial"/>
              <a:sym typeface="Arial"/>
            </a:endParaRPr>
          </a:p>
          <a:p>
            <a:pPr marL="379095" marR="0" lvl="0" indent="0" algn="l" rtl="0">
              <a:spcBef>
                <a:spcPts val="0"/>
              </a:spcBef>
              <a:spcAft>
                <a:spcPts val="0"/>
              </a:spcAft>
              <a:buNone/>
            </a:pPr>
            <a:r>
              <a:rPr lang="es-PE" sz="2400" b="1" i="1">
                <a:solidFill>
                  <a:schemeClr val="dk1"/>
                </a:solidFill>
                <a:latin typeface="Arial"/>
                <a:ea typeface="Arial"/>
                <a:cs typeface="Arial"/>
                <a:sym typeface="Arial"/>
              </a:rPr>
              <a:t>DPA_Actividad07_NombreApellido</a:t>
            </a:r>
            <a:endParaRPr sz="2400">
              <a:solidFill>
                <a:schemeClr val="dk1"/>
              </a:solidFill>
              <a:latin typeface="Arial"/>
              <a:ea typeface="Arial"/>
              <a:cs typeface="Arial"/>
              <a:sym typeface="Arial"/>
            </a:endParaRPr>
          </a:p>
        </p:txBody>
      </p:sp>
      <p:sp>
        <p:nvSpPr>
          <p:cNvPr id="336" name="Google Shape;336;p35"/>
          <p:cNvSpPr txBox="1"/>
          <p:nvPr/>
        </p:nvSpPr>
        <p:spPr>
          <a:xfrm>
            <a:off x="1243933" y="5472302"/>
            <a:ext cx="9704133" cy="369332"/>
          </a:xfrm>
          <a:prstGeom prst="rect">
            <a:avLst/>
          </a:prstGeom>
          <a:solidFill>
            <a:srgbClr val="D9EAD3"/>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2400" i="1">
                <a:solidFill>
                  <a:schemeClr val="dk1"/>
                </a:solidFill>
                <a:latin typeface="Arial"/>
                <a:ea typeface="Arial"/>
                <a:cs typeface="Arial"/>
                <a:sym typeface="Arial"/>
              </a:rPr>
              <a:t>Nota: No olvides también revisar tu plataforma UTP+Class</a:t>
            </a:r>
            <a:endParaRPr sz="2400">
              <a:solidFill>
                <a:schemeClr val="dk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36"/>
          <p:cNvSpPr/>
          <p:nvPr/>
        </p:nvSpPr>
        <p:spPr>
          <a:xfrm>
            <a:off x="0" y="304801"/>
            <a:ext cx="5659755" cy="561824"/>
          </a:xfrm>
          <a:custGeom>
            <a:avLst/>
            <a:gdLst/>
            <a:ahLst/>
            <a:cxnLst/>
            <a:rect l="l" t="t" r="r" b="b"/>
            <a:pathLst>
              <a:path w="5659755" h="415290" extrusionOk="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2" name="Google Shape;342;p36"/>
          <p:cNvSpPr txBox="1"/>
          <p:nvPr/>
        </p:nvSpPr>
        <p:spPr>
          <a:xfrm>
            <a:off x="381000" y="381000"/>
            <a:ext cx="4724400"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s-PE" sz="2400" b="1">
                <a:solidFill>
                  <a:srgbClr val="FFFFFF"/>
                </a:solidFill>
                <a:latin typeface="Arial"/>
                <a:ea typeface="Arial"/>
                <a:cs typeface="Arial"/>
                <a:sym typeface="Arial"/>
              </a:rPr>
              <a:t>Recursos</a:t>
            </a:r>
            <a:endParaRPr sz="2400">
              <a:solidFill>
                <a:schemeClr val="dk1"/>
              </a:solidFill>
              <a:latin typeface="Arial"/>
              <a:ea typeface="Arial"/>
              <a:cs typeface="Arial"/>
              <a:sym typeface="Arial"/>
            </a:endParaRPr>
          </a:p>
        </p:txBody>
      </p:sp>
      <p:sp>
        <p:nvSpPr>
          <p:cNvPr id="343" name="Google Shape;343;p36"/>
          <p:cNvSpPr txBox="1"/>
          <p:nvPr/>
        </p:nvSpPr>
        <p:spPr>
          <a:xfrm>
            <a:off x="3886200" y="3581400"/>
            <a:ext cx="6476999" cy="295402"/>
          </a:xfrm>
          <a:prstGeom prst="rect">
            <a:avLst/>
          </a:prstGeom>
          <a:solidFill>
            <a:srgbClr val="FFFFFF"/>
          </a:solidFill>
          <a:ln>
            <a:noFill/>
          </a:ln>
        </p:spPr>
        <p:txBody>
          <a:bodyPr spcFirstLastPara="1" wrap="square" lIns="0" tIns="0" rIns="0" bIns="0" anchor="t" anchorCtr="0">
            <a:spAutoFit/>
          </a:bodyPr>
          <a:lstStyle/>
          <a:p>
            <a:pPr marL="0" marR="0" lvl="0" indent="0" algn="l" rtl="0">
              <a:lnSpc>
                <a:spcPct val="65312"/>
              </a:lnSpc>
              <a:spcBef>
                <a:spcPts val="0"/>
              </a:spcBef>
              <a:spcAft>
                <a:spcPts val="0"/>
              </a:spcAft>
              <a:buNone/>
            </a:pPr>
            <a:endParaRPr sz="3200">
              <a:solidFill>
                <a:schemeClr val="dk1"/>
              </a:solidFill>
              <a:latin typeface="Arial"/>
              <a:ea typeface="Arial"/>
              <a:cs typeface="Arial"/>
              <a:sym typeface="Arial"/>
            </a:endParaRPr>
          </a:p>
        </p:txBody>
      </p:sp>
      <p:pic>
        <p:nvPicPr>
          <p:cNvPr id="344" name="Google Shape;344;p36"/>
          <p:cNvPicPr preferRelativeResize="0"/>
          <p:nvPr/>
        </p:nvPicPr>
        <p:blipFill rotWithShape="1">
          <a:blip r:embed="rId3">
            <a:alphaModFix/>
          </a:blip>
          <a:srcRect/>
          <a:stretch/>
        </p:blipFill>
        <p:spPr>
          <a:xfrm>
            <a:off x="5705310" y="304802"/>
            <a:ext cx="561824" cy="561824"/>
          </a:xfrm>
          <a:prstGeom prst="rect">
            <a:avLst/>
          </a:prstGeom>
          <a:noFill/>
          <a:ln>
            <a:noFill/>
          </a:ln>
        </p:spPr>
      </p:pic>
      <p:sp>
        <p:nvSpPr>
          <p:cNvPr id="345" name="Google Shape;345;p36"/>
          <p:cNvSpPr txBox="1"/>
          <p:nvPr/>
        </p:nvSpPr>
        <p:spPr>
          <a:xfrm>
            <a:off x="946171" y="1116016"/>
            <a:ext cx="10080101" cy="2260234"/>
          </a:xfrm>
          <a:prstGeom prst="rect">
            <a:avLst/>
          </a:prstGeom>
          <a:noFill/>
          <a:ln>
            <a:noFill/>
          </a:ln>
        </p:spPr>
        <p:txBody>
          <a:bodyPr spcFirstLastPara="1" wrap="square" lIns="0" tIns="43800" rIns="0" bIns="0" anchor="t" anchorCtr="0">
            <a:spAutoFit/>
          </a:bodyPr>
          <a:lstStyle/>
          <a:p>
            <a:pPr marL="12065" marR="5080" lvl="0" indent="0" algn="l" rtl="0">
              <a:spcBef>
                <a:spcPts val="0"/>
              </a:spcBef>
              <a:spcAft>
                <a:spcPts val="0"/>
              </a:spcAft>
              <a:buNone/>
            </a:pPr>
            <a:r>
              <a:rPr lang="es-PE" sz="2400">
                <a:solidFill>
                  <a:schemeClr val="dk1"/>
                </a:solidFill>
                <a:latin typeface="Arial"/>
                <a:ea typeface="Arial"/>
                <a:cs typeface="Arial"/>
                <a:sym typeface="Arial"/>
              </a:rPr>
              <a:t>-A</a:t>
            </a:r>
            <a:r>
              <a:rPr lang="es-PE" sz="2400" i="0">
                <a:solidFill>
                  <a:schemeClr val="dk1"/>
                </a:solidFill>
                <a:latin typeface="Roboto"/>
                <a:ea typeface="Roboto"/>
                <a:cs typeface="Roboto"/>
                <a:sym typeface="Roboto"/>
              </a:rPr>
              <a:t>bstract Factory VS Factory / Concepto básico (2023). Coding Together ES.https://youtu.be/izFGKo7Z1lg?si=bWORsurulo27k2MR</a:t>
            </a:r>
            <a:endParaRPr/>
          </a:p>
          <a:p>
            <a:pPr marL="12065" marR="5080" lvl="0" indent="0" algn="l" rtl="0">
              <a:spcBef>
                <a:spcPts val="0"/>
              </a:spcBef>
              <a:spcAft>
                <a:spcPts val="0"/>
              </a:spcAft>
              <a:buNone/>
            </a:pPr>
            <a:endParaRPr sz="2400" i="0">
              <a:solidFill>
                <a:schemeClr val="dk1"/>
              </a:solidFill>
              <a:latin typeface="Roboto"/>
              <a:ea typeface="Roboto"/>
              <a:cs typeface="Roboto"/>
              <a:sym typeface="Roboto"/>
            </a:endParaRPr>
          </a:p>
          <a:p>
            <a:pPr marL="12065" marR="5080" lvl="0" indent="0" algn="l" rtl="0">
              <a:spcBef>
                <a:spcPts val="0"/>
              </a:spcBef>
              <a:spcAft>
                <a:spcPts val="0"/>
              </a:spcAft>
              <a:buNone/>
            </a:pPr>
            <a:r>
              <a:rPr lang="es-PE" sz="2400" i="0">
                <a:solidFill>
                  <a:schemeClr val="dk1"/>
                </a:solidFill>
                <a:latin typeface="Roboto"/>
                <a:ea typeface="Roboto"/>
                <a:cs typeface="Roboto"/>
                <a:sym typeface="Roboto"/>
              </a:rPr>
              <a:t>-bin Uzayr, S. (2023). Software Design Patterns: The Ultimate Guide. CRC Press.</a:t>
            </a:r>
            <a:endParaRPr/>
          </a:p>
          <a:p>
            <a:pPr marL="12065" marR="508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46" name="Google Shape;346;p36"/>
          <p:cNvSpPr txBox="1"/>
          <p:nvPr/>
        </p:nvSpPr>
        <p:spPr>
          <a:xfrm>
            <a:off x="1243933" y="5472302"/>
            <a:ext cx="9704133" cy="369332"/>
          </a:xfrm>
          <a:prstGeom prst="rect">
            <a:avLst/>
          </a:prstGeom>
          <a:solidFill>
            <a:srgbClr val="D9EAD3"/>
          </a:solid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2400" i="1">
                <a:solidFill>
                  <a:schemeClr val="dk1"/>
                </a:solidFill>
                <a:latin typeface="Arial"/>
                <a:ea typeface="Arial"/>
                <a:cs typeface="Arial"/>
                <a:sym typeface="Arial"/>
              </a:rPr>
              <a:t>Nota: No olvides también revisar tu plataforma UTP+Class</a:t>
            </a:r>
            <a:endParaRPr sz="2400">
              <a:solidFill>
                <a:schemeClr val="dk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37"/>
          <p:cNvSpPr/>
          <p:nvPr/>
        </p:nvSpPr>
        <p:spPr>
          <a:xfrm>
            <a:off x="0" y="304801"/>
            <a:ext cx="5659755" cy="561824"/>
          </a:xfrm>
          <a:custGeom>
            <a:avLst/>
            <a:gdLst/>
            <a:ahLst/>
            <a:cxnLst/>
            <a:rect l="l" t="t" r="r" b="b"/>
            <a:pathLst>
              <a:path w="5659755" h="415290" extrusionOk="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2" name="Google Shape;352;p37"/>
          <p:cNvSpPr txBox="1"/>
          <p:nvPr/>
        </p:nvSpPr>
        <p:spPr>
          <a:xfrm>
            <a:off x="381000" y="381000"/>
            <a:ext cx="4724400"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s-PE" sz="2400" b="1">
                <a:solidFill>
                  <a:srgbClr val="FFFFFF"/>
                </a:solidFill>
                <a:latin typeface="Arial"/>
                <a:ea typeface="Arial"/>
                <a:cs typeface="Arial"/>
                <a:sym typeface="Arial"/>
              </a:rPr>
              <a:t>Tarea</a:t>
            </a:r>
            <a:endParaRPr sz="2400">
              <a:solidFill>
                <a:schemeClr val="dk1"/>
              </a:solidFill>
              <a:latin typeface="Arial"/>
              <a:ea typeface="Arial"/>
              <a:cs typeface="Arial"/>
              <a:sym typeface="Arial"/>
            </a:endParaRPr>
          </a:p>
        </p:txBody>
      </p:sp>
      <p:pic>
        <p:nvPicPr>
          <p:cNvPr id="353" name="Google Shape;353;p37"/>
          <p:cNvPicPr preferRelativeResize="0"/>
          <p:nvPr/>
        </p:nvPicPr>
        <p:blipFill rotWithShape="1">
          <a:blip r:embed="rId3">
            <a:alphaModFix/>
          </a:blip>
          <a:srcRect/>
          <a:stretch/>
        </p:blipFill>
        <p:spPr>
          <a:xfrm>
            <a:off x="5705310" y="304802"/>
            <a:ext cx="561824" cy="561824"/>
          </a:xfrm>
          <a:prstGeom prst="rect">
            <a:avLst/>
          </a:prstGeom>
          <a:noFill/>
          <a:ln>
            <a:noFill/>
          </a:ln>
        </p:spPr>
      </p:pic>
      <p:sp>
        <p:nvSpPr>
          <p:cNvPr id="354" name="Google Shape;354;p37"/>
          <p:cNvSpPr txBox="1"/>
          <p:nvPr/>
        </p:nvSpPr>
        <p:spPr>
          <a:xfrm>
            <a:off x="914400" y="2828835"/>
            <a:ext cx="6096000"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3600" b="1">
                <a:solidFill>
                  <a:schemeClr val="dk1"/>
                </a:solidFill>
                <a:latin typeface="Arial"/>
                <a:ea typeface="Arial"/>
                <a:cs typeface="Arial"/>
                <a:sym typeface="Arial"/>
              </a:rPr>
              <a:t>MUCHAS GRACIAS QUE DIOS LOS BENDIGA!!!</a:t>
            </a:r>
            <a:endParaRPr sz="3600" b="1">
              <a:solidFill>
                <a:schemeClr val="dk1"/>
              </a:solidFill>
              <a:latin typeface="Arial"/>
              <a:ea typeface="Arial"/>
              <a:cs typeface="Arial"/>
              <a:sym typeface="Arial"/>
            </a:endParaRPr>
          </a:p>
        </p:txBody>
      </p:sp>
      <p:pic>
        <p:nvPicPr>
          <p:cNvPr id="355" name="Google Shape;355;p37"/>
          <p:cNvPicPr preferRelativeResize="0"/>
          <p:nvPr/>
        </p:nvPicPr>
        <p:blipFill rotWithShape="1">
          <a:blip r:embed="rId4">
            <a:alphaModFix/>
          </a:blip>
          <a:srcRect/>
          <a:stretch/>
        </p:blipFill>
        <p:spPr>
          <a:xfrm>
            <a:off x="7467600" y="1216152"/>
            <a:ext cx="3056381" cy="442569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grpSp>
        <p:nvGrpSpPr>
          <p:cNvPr id="360" name="Google Shape;360;p38"/>
          <p:cNvGrpSpPr/>
          <p:nvPr/>
        </p:nvGrpSpPr>
        <p:grpSpPr>
          <a:xfrm>
            <a:off x="2057400" y="152400"/>
            <a:ext cx="9906000" cy="4152900"/>
            <a:chOff x="2057400" y="152400"/>
            <a:chExt cx="9906000" cy="4152900"/>
          </a:xfrm>
        </p:grpSpPr>
        <p:pic>
          <p:nvPicPr>
            <p:cNvPr id="361" name="Google Shape;361;p38"/>
            <p:cNvPicPr preferRelativeResize="0"/>
            <p:nvPr/>
          </p:nvPicPr>
          <p:blipFill rotWithShape="1">
            <a:blip r:embed="rId3">
              <a:alphaModFix/>
            </a:blip>
            <a:srcRect/>
            <a:stretch/>
          </p:blipFill>
          <p:spPr>
            <a:xfrm>
              <a:off x="2057400" y="2552700"/>
              <a:ext cx="7856700" cy="1752600"/>
            </a:xfrm>
            <a:prstGeom prst="rect">
              <a:avLst/>
            </a:prstGeom>
            <a:noFill/>
            <a:ln>
              <a:noFill/>
            </a:ln>
          </p:spPr>
        </p:pic>
        <p:sp>
          <p:nvSpPr>
            <p:cNvPr id="362" name="Google Shape;362;p38"/>
            <p:cNvSpPr/>
            <p:nvPr/>
          </p:nvSpPr>
          <p:spPr>
            <a:xfrm>
              <a:off x="9144000" y="152400"/>
              <a:ext cx="2819400" cy="76272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3097</Words>
  <Application>Microsoft Office PowerPoint</Application>
  <PresentationFormat>Panorámica</PresentationFormat>
  <Paragraphs>378</Paragraphs>
  <Slides>39</Slides>
  <Notes>39</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39</vt:i4>
      </vt:variant>
    </vt:vector>
  </HeadingPairs>
  <TitlesOfParts>
    <vt:vector size="45" baseType="lpstr">
      <vt:lpstr>Calibri</vt:lpstr>
      <vt:lpstr>Roboto</vt:lpstr>
      <vt:lpstr>Arial</vt:lpstr>
      <vt:lpstr>Rubik</vt:lpstr>
      <vt:lpstr>Verdana</vt:lpstr>
      <vt:lpstr>Office Theme</vt:lpstr>
      <vt:lpstr>CURSO: DISEÑO DE PATRONES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Caso práctico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CURSO: DISEÑO DE PATRONES</dc:title>
  <dc:creator>Julia</dc:creator>
  <cp:lastModifiedBy>DOCENTE - JORGE ALFREDO GUEVARA JIMENEZ</cp:lastModifiedBy>
  <cp:revision>1</cp:revision>
  <dcterms:created xsi:type="dcterms:W3CDTF">2024-06-11T03:36:57Z</dcterms:created>
  <dcterms:modified xsi:type="dcterms:W3CDTF">2024-09-26T00:52:48Z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2020-06-18T00:00:00Z</vt:filetime>
  </property>
  <property fmtid="{D5CDD505-2E9C-101B-9397-08002B2CF9AE}" pid="3" name="Creator">
    <vt:lpwstr>Microsoft® PowerPoint® para Office 365</vt:lpwstr>
  </property>
  <property fmtid="{D5CDD505-2E9C-101B-9397-08002B2CF9AE}" pid="4" name="LastSaved">
    <vt:filetime>2024-06-11T00:00:00Z</vt:filetime>
  </property>
</Properties>
</file>