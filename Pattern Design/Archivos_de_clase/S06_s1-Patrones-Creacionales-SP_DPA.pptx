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349" r:id="rId3"/>
    <p:sldId id="364" r:id="rId4"/>
    <p:sldId id="363" r:id="rId5"/>
    <p:sldId id="365" r:id="rId6"/>
    <p:sldId id="373" r:id="rId7"/>
    <p:sldId id="351" r:id="rId8"/>
    <p:sldId id="352" r:id="rId9"/>
    <p:sldId id="344" r:id="rId10"/>
    <p:sldId id="263" r:id="rId11"/>
    <p:sldId id="374" r:id="rId12"/>
    <p:sldId id="375" r:id="rId13"/>
    <p:sldId id="377" r:id="rId14"/>
    <p:sldId id="378" r:id="rId15"/>
    <p:sldId id="380" r:id="rId16"/>
    <p:sldId id="382" r:id="rId17"/>
    <p:sldId id="376" r:id="rId18"/>
    <p:sldId id="379" r:id="rId19"/>
    <p:sldId id="381" r:id="rId20"/>
    <p:sldId id="383" r:id="rId21"/>
    <p:sldId id="384" r:id="rId22"/>
    <p:sldId id="385" r:id="rId23"/>
    <p:sldId id="353" r:id="rId24"/>
    <p:sldId id="354" r:id="rId25"/>
    <p:sldId id="356" r:id="rId26"/>
    <p:sldId id="357" r:id="rId27"/>
    <p:sldId id="358" r:id="rId28"/>
    <p:sldId id="359" r:id="rId29"/>
    <p:sldId id="360" r:id="rId30"/>
    <p:sldId id="372" r:id="rId31"/>
    <p:sldId id="361" r:id="rId32"/>
    <p:sldId id="370" r:id="rId33"/>
    <p:sldId id="362" r:id="rId34"/>
    <p:sldId id="273" r:id="rId35"/>
  </p:sldIdLst>
  <p:sldSz cx="12192000" cy="6858000"/>
  <p:notesSz cx="12192000" cy="6858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052D"/>
    <a:srgbClr val="BEC3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ADFA1A-13AD-314D-95E0-B4967FFD305F}" v="10" dt="2024-08-05T20:26:56.70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5000"/>
  </p:normalViewPr>
  <p:slideViewPr>
    <p:cSldViewPr>
      <p:cViewPr varScale="1">
        <p:scale>
          <a:sx n="109" d="100"/>
          <a:sy n="109" d="100"/>
        </p:scale>
        <p:origin x="636" y="11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fredo Guevara" userId="822736fb38a4d5d6" providerId="LiveId" clId="{0DADFA1A-13AD-314D-95E0-B4967FFD305F}"/>
    <pc:docChg chg="custSel addSld delSld modSld">
      <pc:chgData name="Alfredo Guevara" userId="822736fb38a4d5d6" providerId="LiveId" clId="{0DADFA1A-13AD-314D-95E0-B4967FFD305F}" dt="2024-08-05T22:12:16.730" v="1128" actId="20577"/>
      <pc:docMkLst>
        <pc:docMk/>
      </pc:docMkLst>
      <pc:sldChg chg="modSp mod">
        <pc:chgData name="Alfredo Guevara" userId="822736fb38a4d5d6" providerId="LiveId" clId="{0DADFA1A-13AD-314D-95E0-B4967FFD305F}" dt="2024-08-05T18:51:12.543" v="76" actId="20577"/>
        <pc:sldMkLst>
          <pc:docMk/>
          <pc:sldMk cId="0" sldId="256"/>
        </pc:sldMkLst>
        <pc:spChg chg="mod">
          <ac:chgData name="Alfredo Guevara" userId="822736fb38a4d5d6" providerId="LiveId" clId="{0DADFA1A-13AD-314D-95E0-B4967FFD305F}" dt="2024-08-05T18:51:12.543" v="76" actId="20577"/>
          <ac:spMkLst>
            <pc:docMk/>
            <pc:sldMk cId="0" sldId="256"/>
            <ac:spMk id="2" creationId="{00000000-0000-0000-0000-000000000000}"/>
          </ac:spMkLst>
        </pc:spChg>
        <pc:spChg chg="mod">
          <ac:chgData name="Alfredo Guevara" userId="822736fb38a4d5d6" providerId="LiveId" clId="{0DADFA1A-13AD-314D-95E0-B4967FFD305F}" dt="2024-08-05T18:50:13.616" v="42" actId="20577"/>
          <ac:spMkLst>
            <pc:docMk/>
            <pc:sldMk cId="0" sldId="256"/>
            <ac:spMk id="6" creationId="{A985DEC5-F30D-46A1-8619-3D91E66BBC7E}"/>
          </ac:spMkLst>
        </pc:spChg>
        <pc:spChg chg="mod">
          <ac:chgData name="Alfredo Guevara" userId="822736fb38a4d5d6" providerId="LiveId" clId="{0DADFA1A-13AD-314D-95E0-B4967FFD305F}" dt="2024-08-05T18:50:58.507" v="54" actId="6549"/>
          <ac:spMkLst>
            <pc:docMk/>
            <pc:sldMk cId="0" sldId="256"/>
            <ac:spMk id="8" creationId="{851E8A21-5A38-43E7-AE9D-98AA48814941}"/>
          </ac:spMkLst>
        </pc:spChg>
      </pc:sldChg>
      <pc:sldChg chg="delSp modSp mod">
        <pc:chgData name="Alfredo Guevara" userId="822736fb38a4d5d6" providerId="LiveId" clId="{0DADFA1A-13AD-314D-95E0-B4967FFD305F}" dt="2024-08-05T19:39:25.898" v="502" actId="6549"/>
        <pc:sldMkLst>
          <pc:docMk/>
          <pc:sldMk cId="0" sldId="263"/>
        </pc:sldMkLst>
        <pc:spChg chg="mod">
          <ac:chgData name="Alfredo Guevara" userId="822736fb38a4d5d6" providerId="LiveId" clId="{0DADFA1A-13AD-314D-95E0-B4967FFD305F}" dt="2024-08-05T19:39:25.898" v="502" actId="6549"/>
          <ac:spMkLst>
            <pc:docMk/>
            <pc:sldMk cId="0" sldId="263"/>
            <ac:spMk id="2" creationId="{D4B261C9-1878-8F39-2DBD-4AEBD0AB94B3}"/>
          </ac:spMkLst>
        </pc:spChg>
        <pc:spChg chg="mod">
          <ac:chgData name="Alfredo Guevara" userId="822736fb38a4d5d6" providerId="LiveId" clId="{0DADFA1A-13AD-314D-95E0-B4967FFD305F}" dt="2024-08-05T19:37:04.542" v="496" actId="20577"/>
          <ac:spMkLst>
            <pc:docMk/>
            <pc:sldMk cId="0" sldId="263"/>
            <ac:spMk id="146" creationId="{00000000-0000-0000-0000-000000000000}"/>
          </ac:spMkLst>
        </pc:spChg>
        <pc:picChg chg="del">
          <ac:chgData name="Alfredo Guevara" userId="822736fb38a4d5d6" providerId="LiveId" clId="{0DADFA1A-13AD-314D-95E0-B4967FFD305F}" dt="2024-08-05T19:37:07.998" v="497" actId="478"/>
          <ac:picMkLst>
            <pc:docMk/>
            <pc:sldMk cId="0" sldId="263"/>
            <ac:picMk id="3" creationId="{11331987-BBBD-1693-89A0-E1F619F17ED1}"/>
          </ac:picMkLst>
        </pc:picChg>
      </pc:sldChg>
      <pc:sldChg chg="del">
        <pc:chgData name="Alfredo Guevara" userId="822736fb38a4d5d6" providerId="LiveId" clId="{0DADFA1A-13AD-314D-95E0-B4967FFD305F}" dt="2024-08-05T21:08:38.808" v="924" actId="2696"/>
        <pc:sldMkLst>
          <pc:docMk/>
          <pc:sldMk cId="2760704524" sldId="282"/>
        </pc:sldMkLst>
      </pc:sldChg>
      <pc:sldChg chg="del">
        <pc:chgData name="Alfredo Guevara" userId="822736fb38a4d5d6" providerId="LiveId" clId="{0DADFA1A-13AD-314D-95E0-B4967FFD305F}" dt="2024-08-05T21:08:38.808" v="924" actId="2696"/>
        <pc:sldMkLst>
          <pc:docMk/>
          <pc:sldMk cId="1866612462" sldId="283"/>
        </pc:sldMkLst>
      </pc:sldChg>
      <pc:sldChg chg="del">
        <pc:chgData name="Alfredo Guevara" userId="822736fb38a4d5d6" providerId="LiveId" clId="{0DADFA1A-13AD-314D-95E0-B4967FFD305F}" dt="2024-08-05T21:08:38.808" v="924" actId="2696"/>
        <pc:sldMkLst>
          <pc:docMk/>
          <pc:sldMk cId="2723612402" sldId="284"/>
        </pc:sldMkLst>
      </pc:sldChg>
      <pc:sldChg chg="del">
        <pc:chgData name="Alfredo Guevara" userId="822736fb38a4d5d6" providerId="LiveId" clId="{0DADFA1A-13AD-314D-95E0-B4967FFD305F}" dt="2024-08-05T21:08:38.808" v="924" actId="2696"/>
        <pc:sldMkLst>
          <pc:docMk/>
          <pc:sldMk cId="2712043619" sldId="285"/>
        </pc:sldMkLst>
      </pc:sldChg>
      <pc:sldChg chg="del">
        <pc:chgData name="Alfredo Guevara" userId="822736fb38a4d5d6" providerId="LiveId" clId="{0DADFA1A-13AD-314D-95E0-B4967FFD305F}" dt="2024-08-05T21:08:38.808" v="924" actId="2696"/>
        <pc:sldMkLst>
          <pc:docMk/>
          <pc:sldMk cId="112637932" sldId="286"/>
        </pc:sldMkLst>
      </pc:sldChg>
      <pc:sldChg chg="del">
        <pc:chgData name="Alfredo Guevara" userId="822736fb38a4d5d6" providerId="LiveId" clId="{0DADFA1A-13AD-314D-95E0-B4967FFD305F}" dt="2024-08-05T21:08:38.808" v="924" actId="2696"/>
        <pc:sldMkLst>
          <pc:docMk/>
          <pc:sldMk cId="2005517784" sldId="287"/>
        </pc:sldMkLst>
      </pc:sldChg>
      <pc:sldChg chg="del">
        <pc:chgData name="Alfredo Guevara" userId="822736fb38a4d5d6" providerId="LiveId" clId="{0DADFA1A-13AD-314D-95E0-B4967FFD305F}" dt="2024-08-05T21:08:38.808" v="924" actId="2696"/>
        <pc:sldMkLst>
          <pc:docMk/>
          <pc:sldMk cId="3387512418" sldId="288"/>
        </pc:sldMkLst>
      </pc:sldChg>
      <pc:sldChg chg="del">
        <pc:chgData name="Alfredo Guevara" userId="822736fb38a4d5d6" providerId="LiveId" clId="{0DADFA1A-13AD-314D-95E0-B4967FFD305F}" dt="2024-08-05T21:08:38.808" v="924" actId="2696"/>
        <pc:sldMkLst>
          <pc:docMk/>
          <pc:sldMk cId="4257428476" sldId="289"/>
        </pc:sldMkLst>
      </pc:sldChg>
      <pc:sldChg chg="del">
        <pc:chgData name="Alfredo Guevara" userId="822736fb38a4d5d6" providerId="LiveId" clId="{0DADFA1A-13AD-314D-95E0-B4967FFD305F}" dt="2024-08-05T21:08:38.808" v="924" actId="2696"/>
        <pc:sldMkLst>
          <pc:docMk/>
          <pc:sldMk cId="894651340" sldId="290"/>
        </pc:sldMkLst>
      </pc:sldChg>
      <pc:sldChg chg="del">
        <pc:chgData name="Alfredo Guevara" userId="822736fb38a4d5d6" providerId="LiveId" clId="{0DADFA1A-13AD-314D-95E0-B4967FFD305F}" dt="2024-08-05T21:08:38.808" v="924" actId="2696"/>
        <pc:sldMkLst>
          <pc:docMk/>
          <pc:sldMk cId="2891449168" sldId="291"/>
        </pc:sldMkLst>
      </pc:sldChg>
      <pc:sldChg chg="del">
        <pc:chgData name="Alfredo Guevara" userId="822736fb38a4d5d6" providerId="LiveId" clId="{0DADFA1A-13AD-314D-95E0-B4967FFD305F}" dt="2024-08-05T21:08:38.808" v="924" actId="2696"/>
        <pc:sldMkLst>
          <pc:docMk/>
          <pc:sldMk cId="1112683647" sldId="292"/>
        </pc:sldMkLst>
      </pc:sldChg>
      <pc:sldChg chg="modSp mod">
        <pc:chgData name="Alfredo Guevara" userId="822736fb38a4d5d6" providerId="LiveId" clId="{0DADFA1A-13AD-314D-95E0-B4967FFD305F}" dt="2024-08-05T19:35:58.013" v="456" actId="20577"/>
        <pc:sldMkLst>
          <pc:docMk/>
          <pc:sldMk cId="32021364" sldId="344"/>
        </pc:sldMkLst>
        <pc:spChg chg="mod">
          <ac:chgData name="Alfredo Guevara" userId="822736fb38a4d5d6" providerId="LiveId" clId="{0DADFA1A-13AD-314D-95E0-B4967FFD305F}" dt="2024-08-05T19:35:58.013" v="456" actId="20577"/>
          <ac:spMkLst>
            <pc:docMk/>
            <pc:sldMk cId="32021364" sldId="344"/>
            <ac:spMk id="5" creationId="{9CD923E2-6C48-4276-9BEB-1846D11A67A4}"/>
          </ac:spMkLst>
        </pc:spChg>
        <pc:spChg chg="mod">
          <ac:chgData name="Alfredo Guevara" userId="822736fb38a4d5d6" providerId="LiveId" clId="{0DADFA1A-13AD-314D-95E0-B4967FFD305F}" dt="2024-08-05T19:35:41.901" v="453" actId="6549"/>
          <ac:spMkLst>
            <pc:docMk/>
            <pc:sldMk cId="32021364" sldId="344"/>
            <ac:spMk id="7" creationId="{1452D0D8-40D1-4D69-8E9B-067B07521DBF}"/>
          </ac:spMkLst>
        </pc:spChg>
      </pc:sldChg>
      <pc:sldChg chg="addSp delSp modSp mod">
        <pc:chgData name="Alfredo Guevara" userId="822736fb38a4d5d6" providerId="LiveId" clId="{0DADFA1A-13AD-314D-95E0-B4967FFD305F}" dt="2024-08-05T19:30:18.499" v="445" actId="1076"/>
        <pc:sldMkLst>
          <pc:docMk/>
          <pc:sldMk cId="1968228063" sldId="351"/>
        </pc:sldMkLst>
        <pc:spChg chg="mod">
          <ac:chgData name="Alfredo Guevara" userId="822736fb38a4d5d6" providerId="LiveId" clId="{0DADFA1A-13AD-314D-95E0-B4967FFD305F}" dt="2024-08-05T19:30:18.499" v="445" actId="1076"/>
          <ac:spMkLst>
            <pc:docMk/>
            <pc:sldMk cId="1968228063" sldId="351"/>
            <ac:spMk id="9" creationId="{82A6F3E7-9979-4364-9955-A30A48479D96}"/>
          </ac:spMkLst>
        </pc:spChg>
        <pc:picChg chg="add mod">
          <ac:chgData name="Alfredo Guevara" userId="822736fb38a4d5d6" providerId="LiveId" clId="{0DADFA1A-13AD-314D-95E0-B4967FFD305F}" dt="2024-08-05T19:27:42.934" v="223" actId="1076"/>
          <ac:picMkLst>
            <pc:docMk/>
            <pc:sldMk cId="1968228063" sldId="351"/>
            <ac:picMk id="3" creationId="{6CF0A626-698C-FD39-0E6B-49CB6D2DBEC6}"/>
          </ac:picMkLst>
        </pc:picChg>
        <pc:picChg chg="del">
          <ac:chgData name="Alfredo Guevara" userId="822736fb38a4d5d6" providerId="LiveId" clId="{0DADFA1A-13AD-314D-95E0-B4967FFD305F}" dt="2024-08-05T19:26:28.249" v="221" actId="478"/>
          <ac:picMkLst>
            <pc:docMk/>
            <pc:sldMk cId="1968228063" sldId="351"/>
            <ac:picMk id="5" creationId="{203EC4E4-73BF-86F5-0911-AA505014DAF9}"/>
          </ac:picMkLst>
        </pc:picChg>
        <pc:picChg chg="add mod">
          <ac:chgData name="Alfredo Guevara" userId="822736fb38a4d5d6" providerId="LiveId" clId="{0DADFA1A-13AD-314D-95E0-B4967FFD305F}" dt="2024-08-05T19:28:28.903" v="228" actId="14100"/>
          <ac:picMkLst>
            <pc:docMk/>
            <pc:sldMk cId="1968228063" sldId="351"/>
            <ac:picMk id="10" creationId="{CB69ED86-9191-80F5-6339-50A3518A6C63}"/>
          </ac:picMkLst>
        </pc:picChg>
      </pc:sldChg>
      <pc:sldChg chg="modSp mod">
        <pc:chgData name="Alfredo Guevara" userId="822736fb38a4d5d6" providerId="LiveId" clId="{0DADFA1A-13AD-314D-95E0-B4967FFD305F}" dt="2024-08-05T19:35:00.209" v="449" actId="14100"/>
        <pc:sldMkLst>
          <pc:docMk/>
          <pc:sldMk cId="1418980296" sldId="352"/>
        </pc:sldMkLst>
        <pc:spChg chg="mod">
          <ac:chgData name="Alfredo Guevara" userId="822736fb38a4d5d6" providerId="LiveId" clId="{0DADFA1A-13AD-314D-95E0-B4967FFD305F}" dt="2024-08-05T19:35:00.209" v="449" actId="14100"/>
          <ac:spMkLst>
            <pc:docMk/>
            <pc:sldMk cId="1418980296" sldId="352"/>
            <ac:spMk id="9" creationId="{82A6F3E7-9979-4364-9955-A30A48479D96}"/>
          </ac:spMkLst>
        </pc:spChg>
      </pc:sldChg>
      <pc:sldChg chg="modSp mod">
        <pc:chgData name="Alfredo Guevara" userId="822736fb38a4d5d6" providerId="LiveId" clId="{0DADFA1A-13AD-314D-95E0-B4967FFD305F}" dt="2024-08-05T21:09:21.612" v="962" actId="20577"/>
        <pc:sldMkLst>
          <pc:docMk/>
          <pc:sldMk cId="1577521000" sldId="353"/>
        </pc:sldMkLst>
        <pc:spChg chg="mod">
          <ac:chgData name="Alfredo Guevara" userId="822736fb38a4d5d6" providerId="LiveId" clId="{0DADFA1A-13AD-314D-95E0-B4967FFD305F}" dt="2024-08-05T21:09:21.612" v="962" actId="20577"/>
          <ac:spMkLst>
            <pc:docMk/>
            <pc:sldMk cId="1577521000" sldId="353"/>
            <ac:spMk id="4" creationId="{4B727177-CD63-448F-86E2-C4B737A1688F}"/>
          </ac:spMkLst>
        </pc:spChg>
      </pc:sldChg>
      <pc:sldChg chg="modSp mod">
        <pc:chgData name="Alfredo Guevara" userId="822736fb38a4d5d6" providerId="LiveId" clId="{0DADFA1A-13AD-314D-95E0-B4967FFD305F}" dt="2024-08-05T22:12:16.730" v="1128" actId="20577"/>
        <pc:sldMkLst>
          <pc:docMk/>
          <pc:sldMk cId="68067412" sldId="356"/>
        </pc:sldMkLst>
        <pc:spChg chg="mod">
          <ac:chgData name="Alfredo Guevara" userId="822736fb38a4d5d6" providerId="LiveId" clId="{0DADFA1A-13AD-314D-95E0-B4967FFD305F}" dt="2024-08-05T22:12:16.730" v="1128" actId="20577"/>
          <ac:spMkLst>
            <pc:docMk/>
            <pc:sldMk cId="68067412" sldId="356"/>
            <ac:spMk id="2" creationId="{B8F58ABC-5C46-D2B2-F33F-3D9B47A8851F}"/>
          </ac:spMkLst>
        </pc:spChg>
      </pc:sldChg>
      <pc:sldChg chg="modSp mod">
        <pc:chgData name="Alfredo Guevara" userId="822736fb38a4d5d6" providerId="LiveId" clId="{0DADFA1A-13AD-314D-95E0-B4967FFD305F}" dt="2024-08-05T21:18:07.910" v="980" actId="6549"/>
        <pc:sldMkLst>
          <pc:docMk/>
          <pc:sldMk cId="740398744" sldId="361"/>
        </pc:sldMkLst>
        <pc:spChg chg="mod">
          <ac:chgData name="Alfredo Guevara" userId="822736fb38a4d5d6" providerId="LiveId" clId="{0DADFA1A-13AD-314D-95E0-B4967FFD305F}" dt="2024-08-05T21:18:07.910" v="980" actId="6549"/>
          <ac:spMkLst>
            <pc:docMk/>
            <pc:sldMk cId="740398744" sldId="361"/>
            <ac:spMk id="9" creationId="{40D386DC-46A8-4028-8651-49DAA78E864A}"/>
          </ac:spMkLst>
        </pc:spChg>
      </pc:sldChg>
      <pc:sldChg chg="modSp mod">
        <pc:chgData name="Alfredo Guevara" userId="822736fb38a4d5d6" providerId="LiveId" clId="{0DADFA1A-13AD-314D-95E0-B4967FFD305F}" dt="2024-08-05T19:16:49.600" v="135"/>
        <pc:sldMkLst>
          <pc:docMk/>
          <pc:sldMk cId="1063162811" sldId="364"/>
        </pc:sldMkLst>
        <pc:spChg chg="mod">
          <ac:chgData name="Alfredo Guevara" userId="822736fb38a4d5d6" providerId="LiveId" clId="{0DADFA1A-13AD-314D-95E0-B4967FFD305F}" dt="2024-08-05T19:15:52.766" v="134" actId="20577"/>
          <ac:spMkLst>
            <pc:docMk/>
            <pc:sldMk cId="1063162811" sldId="364"/>
            <ac:spMk id="3" creationId="{BBAB4C3F-B9B1-46EC-20C5-AE89AD8CE92F}"/>
          </ac:spMkLst>
        </pc:spChg>
        <pc:spChg chg="mod">
          <ac:chgData name="Alfredo Guevara" userId="822736fb38a4d5d6" providerId="LiveId" clId="{0DADFA1A-13AD-314D-95E0-B4967FFD305F}" dt="2024-08-05T19:16:49.600" v="135"/>
          <ac:spMkLst>
            <pc:docMk/>
            <pc:sldMk cId="1063162811" sldId="364"/>
            <ac:spMk id="5" creationId="{905CC4F1-EE6A-132E-4B04-AF33379F0EB6}"/>
          </ac:spMkLst>
        </pc:spChg>
      </pc:sldChg>
      <pc:sldChg chg="addSp delSp modSp mod">
        <pc:chgData name="Alfredo Guevara" userId="822736fb38a4d5d6" providerId="LiveId" clId="{0DADFA1A-13AD-314D-95E0-B4967FFD305F}" dt="2024-08-05T19:25:28.518" v="209" actId="14100"/>
        <pc:sldMkLst>
          <pc:docMk/>
          <pc:sldMk cId="3151727740" sldId="365"/>
        </pc:sldMkLst>
        <pc:picChg chg="add mod">
          <ac:chgData name="Alfredo Guevara" userId="822736fb38a4d5d6" providerId="LiveId" clId="{0DADFA1A-13AD-314D-95E0-B4967FFD305F}" dt="2024-08-05T19:25:28.518" v="209" actId="14100"/>
          <ac:picMkLst>
            <pc:docMk/>
            <pc:sldMk cId="3151727740" sldId="365"/>
            <ac:picMk id="2" creationId="{A588E468-AC71-5A0E-8DEA-EBA7AED49AF1}"/>
          </ac:picMkLst>
        </pc:picChg>
        <pc:picChg chg="del">
          <ac:chgData name="Alfredo Guevara" userId="822736fb38a4d5d6" providerId="LiveId" clId="{0DADFA1A-13AD-314D-95E0-B4967FFD305F}" dt="2024-08-05T19:18:54.750" v="201" actId="478"/>
          <ac:picMkLst>
            <pc:docMk/>
            <pc:sldMk cId="3151727740" sldId="365"/>
            <ac:picMk id="9" creationId="{FD062DB1-99E0-EAF4-BCC5-252E529D5BE5}"/>
          </ac:picMkLst>
        </pc:picChg>
        <pc:picChg chg="del">
          <ac:chgData name="Alfredo Guevara" userId="822736fb38a4d5d6" providerId="LiveId" clId="{0DADFA1A-13AD-314D-95E0-B4967FFD305F}" dt="2024-08-05T19:18:55.584" v="202" actId="478"/>
          <ac:picMkLst>
            <pc:docMk/>
            <pc:sldMk cId="3151727740" sldId="365"/>
            <ac:picMk id="10" creationId="{FE1C1D4A-BD95-D2F5-BFC3-FE4C81F7C9EA}"/>
          </ac:picMkLst>
        </pc:picChg>
      </pc:sldChg>
      <pc:sldChg chg="modSp mod">
        <pc:chgData name="Alfredo Guevara" userId="822736fb38a4d5d6" providerId="LiveId" clId="{0DADFA1A-13AD-314D-95E0-B4967FFD305F}" dt="2024-08-05T21:18:33.879" v="983" actId="6549"/>
        <pc:sldMkLst>
          <pc:docMk/>
          <pc:sldMk cId="1259968889" sldId="370"/>
        </pc:sldMkLst>
        <pc:spChg chg="mod">
          <ac:chgData name="Alfredo Guevara" userId="822736fb38a4d5d6" providerId="LiveId" clId="{0DADFA1A-13AD-314D-95E0-B4967FFD305F}" dt="2024-08-05T21:18:33.879" v="983" actId="6549"/>
          <ac:spMkLst>
            <pc:docMk/>
            <pc:sldMk cId="1259968889" sldId="370"/>
            <ac:spMk id="9" creationId="{40D386DC-46A8-4028-8651-49DAA78E864A}"/>
          </ac:spMkLst>
        </pc:spChg>
      </pc:sldChg>
      <pc:sldChg chg="delSp modSp mod">
        <pc:chgData name="Alfredo Guevara" userId="822736fb38a4d5d6" providerId="LiveId" clId="{0DADFA1A-13AD-314D-95E0-B4967FFD305F}" dt="2024-08-05T21:17:43.981" v="969" actId="20577"/>
        <pc:sldMkLst>
          <pc:docMk/>
          <pc:sldMk cId="2028596087" sldId="372"/>
        </pc:sldMkLst>
        <pc:spChg chg="mod">
          <ac:chgData name="Alfredo Guevara" userId="822736fb38a4d5d6" providerId="LiveId" clId="{0DADFA1A-13AD-314D-95E0-B4967FFD305F}" dt="2024-08-05T21:17:43.981" v="969" actId="20577"/>
          <ac:spMkLst>
            <pc:docMk/>
            <pc:sldMk cId="2028596087" sldId="372"/>
            <ac:spMk id="12" creationId="{B2751C15-745F-4C85-B21A-843C83F11E8E}"/>
          </ac:spMkLst>
        </pc:spChg>
        <pc:picChg chg="del">
          <ac:chgData name="Alfredo Guevara" userId="822736fb38a4d5d6" providerId="LiveId" clId="{0DADFA1A-13AD-314D-95E0-B4967FFD305F}" dt="2024-08-05T21:09:42.668" v="963" actId="478"/>
          <ac:picMkLst>
            <pc:docMk/>
            <pc:sldMk cId="2028596087" sldId="372"/>
            <ac:picMk id="2" creationId="{3B04E656-2D98-FDCC-7E0A-9028CB97EABF}"/>
          </ac:picMkLst>
        </pc:picChg>
      </pc:sldChg>
      <pc:sldChg chg="addSp delSp modSp add mod">
        <pc:chgData name="Alfredo Guevara" userId="822736fb38a4d5d6" providerId="LiveId" clId="{0DADFA1A-13AD-314D-95E0-B4967FFD305F}" dt="2024-08-05T19:26:14.949" v="220" actId="14100"/>
        <pc:sldMkLst>
          <pc:docMk/>
          <pc:sldMk cId="4076998998" sldId="373"/>
        </pc:sldMkLst>
        <pc:picChg chg="del">
          <ac:chgData name="Alfredo Guevara" userId="822736fb38a4d5d6" providerId="LiveId" clId="{0DADFA1A-13AD-314D-95E0-B4967FFD305F}" dt="2024-08-05T19:25:41.007" v="211" actId="478"/>
          <ac:picMkLst>
            <pc:docMk/>
            <pc:sldMk cId="4076998998" sldId="373"/>
            <ac:picMk id="2" creationId="{A588E468-AC71-5A0E-8DEA-EBA7AED49AF1}"/>
          </ac:picMkLst>
        </pc:picChg>
        <pc:picChg chg="add mod">
          <ac:chgData name="Alfredo Guevara" userId="822736fb38a4d5d6" providerId="LiveId" clId="{0DADFA1A-13AD-314D-95E0-B4967FFD305F}" dt="2024-08-05T19:26:14.949" v="220" actId="14100"/>
          <ac:picMkLst>
            <pc:docMk/>
            <pc:sldMk cId="4076998998" sldId="373"/>
            <ac:picMk id="3" creationId="{18185A41-83D6-7624-A286-1CE01A0046F3}"/>
          </ac:picMkLst>
        </pc:picChg>
      </pc:sldChg>
      <pc:sldChg chg="addSp modSp add mod">
        <pc:chgData name="Alfredo Guevara" userId="822736fb38a4d5d6" providerId="LiveId" clId="{0DADFA1A-13AD-314D-95E0-B4967FFD305F}" dt="2024-08-05T20:11:55.182" v="666" actId="1076"/>
        <pc:sldMkLst>
          <pc:docMk/>
          <pc:sldMk cId="2777623978" sldId="374"/>
        </pc:sldMkLst>
        <pc:spChg chg="mod">
          <ac:chgData name="Alfredo Guevara" userId="822736fb38a4d5d6" providerId="LiveId" clId="{0DADFA1A-13AD-314D-95E0-B4967FFD305F}" dt="2024-08-05T20:11:55.182" v="666" actId="1076"/>
          <ac:spMkLst>
            <pc:docMk/>
            <pc:sldMk cId="2777623978" sldId="374"/>
            <ac:spMk id="2" creationId="{D4B261C9-1878-8F39-2DBD-4AEBD0AB94B3}"/>
          </ac:spMkLst>
        </pc:spChg>
        <pc:spChg chg="mod">
          <ac:chgData name="Alfredo Guevara" userId="822736fb38a4d5d6" providerId="LiveId" clId="{0DADFA1A-13AD-314D-95E0-B4967FFD305F}" dt="2024-08-05T19:41:02.402" v="519" actId="14100"/>
          <ac:spMkLst>
            <pc:docMk/>
            <pc:sldMk cId="2777623978" sldId="374"/>
            <ac:spMk id="146" creationId="{00000000-0000-0000-0000-000000000000}"/>
          </ac:spMkLst>
        </pc:spChg>
        <pc:picChg chg="add mod">
          <ac:chgData name="Alfredo Guevara" userId="822736fb38a4d5d6" providerId="LiveId" clId="{0DADFA1A-13AD-314D-95E0-B4967FFD305F}" dt="2024-08-05T20:11:49.989" v="665" actId="14100"/>
          <ac:picMkLst>
            <pc:docMk/>
            <pc:sldMk cId="2777623978" sldId="374"/>
            <ac:picMk id="3" creationId="{AC4CB4E1-15D6-E911-6201-C4A0795EA797}"/>
          </ac:picMkLst>
        </pc:picChg>
      </pc:sldChg>
      <pc:sldChg chg="modSp add mod">
        <pc:chgData name="Alfredo Guevara" userId="822736fb38a4d5d6" providerId="LiveId" clId="{0DADFA1A-13AD-314D-95E0-B4967FFD305F}" dt="2024-08-05T19:47:52.019" v="543" actId="6549"/>
        <pc:sldMkLst>
          <pc:docMk/>
          <pc:sldMk cId="2406528457" sldId="375"/>
        </pc:sldMkLst>
        <pc:spChg chg="mod">
          <ac:chgData name="Alfredo Guevara" userId="822736fb38a4d5d6" providerId="LiveId" clId="{0DADFA1A-13AD-314D-95E0-B4967FFD305F}" dt="2024-08-05T19:47:52.019" v="543" actId="6549"/>
          <ac:spMkLst>
            <pc:docMk/>
            <pc:sldMk cId="2406528457" sldId="375"/>
            <ac:spMk id="2" creationId="{D4B261C9-1878-8F39-2DBD-4AEBD0AB94B3}"/>
          </ac:spMkLst>
        </pc:spChg>
        <pc:spChg chg="mod">
          <ac:chgData name="Alfredo Guevara" userId="822736fb38a4d5d6" providerId="LiveId" clId="{0DADFA1A-13AD-314D-95E0-B4967FFD305F}" dt="2024-08-05T19:44:00.992" v="536" actId="20577"/>
          <ac:spMkLst>
            <pc:docMk/>
            <pc:sldMk cId="2406528457" sldId="375"/>
            <ac:spMk id="146" creationId="{00000000-0000-0000-0000-000000000000}"/>
          </ac:spMkLst>
        </pc:spChg>
      </pc:sldChg>
      <pc:sldChg chg="modSp add mod">
        <pc:chgData name="Alfredo Guevara" userId="822736fb38a4d5d6" providerId="LiveId" clId="{0DADFA1A-13AD-314D-95E0-B4967FFD305F}" dt="2024-08-05T20:21:43.705" v="732" actId="20577"/>
        <pc:sldMkLst>
          <pc:docMk/>
          <pc:sldMk cId="2091646840" sldId="376"/>
        </pc:sldMkLst>
        <pc:spChg chg="mod">
          <ac:chgData name="Alfredo Guevara" userId="822736fb38a4d5d6" providerId="LiveId" clId="{0DADFA1A-13AD-314D-95E0-B4967FFD305F}" dt="2024-08-05T20:21:43.705" v="732" actId="20577"/>
          <ac:spMkLst>
            <pc:docMk/>
            <pc:sldMk cId="2091646840" sldId="376"/>
            <ac:spMk id="2" creationId="{D4B261C9-1878-8F39-2DBD-4AEBD0AB94B3}"/>
          </ac:spMkLst>
        </pc:spChg>
        <pc:spChg chg="mod">
          <ac:chgData name="Alfredo Guevara" userId="822736fb38a4d5d6" providerId="LiveId" clId="{0DADFA1A-13AD-314D-95E0-B4967FFD305F}" dt="2024-08-05T19:50:34.466" v="557" actId="20577"/>
          <ac:spMkLst>
            <pc:docMk/>
            <pc:sldMk cId="2091646840" sldId="376"/>
            <ac:spMk id="146" creationId="{00000000-0000-0000-0000-000000000000}"/>
          </ac:spMkLst>
        </pc:spChg>
      </pc:sldChg>
      <pc:sldChg chg="addSp modSp add mod">
        <pc:chgData name="Alfredo Guevara" userId="822736fb38a4d5d6" providerId="LiveId" clId="{0DADFA1A-13AD-314D-95E0-B4967FFD305F}" dt="2024-08-05T20:08:39.230" v="659" actId="1076"/>
        <pc:sldMkLst>
          <pc:docMk/>
          <pc:sldMk cId="4193113980" sldId="377"/>
        </pc:sldMkLst>
        <pc:spChg chg="mod">
          <ac:chgData name="Alfredo Guevara" userId="822736fb38a4d5d6" providerId="LiveId" clId="{0DADFA1A-13AD-314D-95E0-B4967FFD305F}" dt="2024-08-05T19:54:12.850" v="590" actId="255"/>
          <ac:spMkLst>
            <pc:docMk/>
            <pc:sldMk cId="4193113980" sldId="377"/>
            <ac:spMk id="2" creationId="{D4B261C9-1878-8F39-2DBD-4AEBD0AB94B3}"/>
          </ac:spMkLst>
        </pc:spChg>
        <pc:picChg chg="add mod">
          <ac:chgData name="Alfredo Guevara" userId="822736fb38a4d5d6" providerId="LiveId" clId="{0DADFA1A-13AD-314D-95E0-B4967FFD305F}" dt="2024-08-05T20:08:39.230" v="659" actId="1076"/>
          <ac:picMkLst>
            <pc:docMk/>
            <pc:sldMk cId="4193113980" sldId="377"/>
            <ac:picMk id="3" creationId="{8F8E666E-9385-A4C9-747D-BB04FB141A9B}"/>
          </ac:picMkLst>
        </pc:picChg>
      </pc:sldChg>
      <pc:sldChg chg="modSp add mod">
        <pc:chgData name="Alfredo Guevara" userId="822736fb38a4d5d6" providerId="LiveId" clId="{0DADFA1A-13AD-314D-95E0-B4967FFD305F}" dt="2024-08-05T20:06:11.535" v="655" actId="14100"/>
        <pc:sldMkLst>
          <pc:docMk/>
          <pc:sldMk cId="3265060545" sldId="378"/>
        </pc:sldMkLst>
        <pc:spChg chg="mod">
          <ac:chgData name="Alfredo Guevara" userId="822736fb38a4d5d6" providerId="LiveId" clId="{0DADFA1A-13AD-314D-95E0-B4967FFD305F}" dt="2024-08-05T20:03:05.746" v="654" actId="14100"/>
          <ac:spMkLst>
            <pc:docMk/>
            <pc:sldMk cId="3265060545" sldId="378"/>
            <ac:spMk id="2" creationId="{D4B261C9-1878-8F39-2DBD-4AEBD0AB94B3}"/>
          </ac:spMkLst>
        </pc:spChg>
        <pc:spChg chg="mod">
          <ac:chgData name="Alfredo Guevara" userId="822736fb38a4d5d6" providerId="LiveId" clId="{0DADFA1A-13AD-314D-95E0-B4967FFD305F}" dt="2024-08-05T20:01:29.369" v="622" actId="20577"/>
          <ac:spMkLst>
            <pc:docMk/>
            <pc:sldMk cId="3265060545" sldId="378"/>
            <ac:spMk id="146" creationId="{00000000-0000-0000-0000-000000000000}"/>
          </ac:spMkLst>
        </pc:spChg>
        <pc:picChg chg="mod">
          <ac:chgData name="Alfredo Guevara" userId="822736fb38a4d5d6" providerId="LiveId" clId="{0DADFA1A-13AD-314D-95E0-B4967FFD305F}" dt="2024-08-05T20:06:11.535" v="655" actId="14100"/>
          <ac:picMkLst>
            <pc:docMk/>
            <pc:sldMk cId="3265060545" sldId="378"/>
            <ac:picMk id="148" creationId="{00000000-0000-0000-0000-000000000000}"/>
          </ac:picMkLst>
        </pc:picChg>
      </pc:sldChg>
      <pc:sldChg chg="modSp add mod">
        <pc:chgData name="Alfredo Guevara" userId="822736fb38a4d5d6" providerId="LiveId" clId="{0DADFA1A-13AD-314D-95E0-B4967FFD305F}" dt="2024-08-05T20:21:17.738" v="726" actId="6549"/>
        <pc:sldMkLst>
          <pc:docMk/>
          <pc:sldMk cId="3183419441" sldId="379"/>
        </pc:sldMkLst>
        <pc:spChg chg="mod">
          <ac:chgData name="Alfredo Guevara" userId="822736fb38a4d5d6" providerId="LiveId" clId="{0DADFA1A-13AD-314D-95E0-B4967FFD305F}" dt="2024-08-05T20:21:17.738" v="726" actId="6549"/>
          <ac:spMkLst>
            <pc:docMk/>
            <pc:sldMk cId="3183419441" sldId="379"/>
            <ac:spMk id="2" creationId="{D4B261C9-1878-8F39-2DBD-4AEBD0AB94B3}"/>
          </ac:spMkLst>
        </pc:spChg>
      </pc:sldChg>
      <pc:sldChg chg="addSp modSp add mod">
        <pc:chgData name="Alfredo Guevara" userId="822736fb38a4d5d6" providerId="LiveId" clId="{0DADFA1A-13AD-314D-95E0-B4967FFD305F}" dt="2024-08-05T20:27:24.857" v="786" actId="6549"/>
        <pc:sldMkLst>
          <pc:docMk/>
          <pc:sldMk cId="2683050239" sldId="380"/>
        </pc:sldMkLst>
        <pc:spChg chg="mod">
          <ac:chgData name="Alfredo Guevara" userId="822736fb38a4d5d6" providerId="LiveId" clId="{0DADFA1A-13AD-314D-95E0-B4967FFD305F}" dt="2024-08-05T20:26:25.692" v="770" actId="6549"/>
          <ac:spMkLst>
            <pc:docMk/>
            <pc:sldMk cId="2683050239" sldId="380"/>
            <ac:spMk id="2" creationId="{D4B261C9-1878-8F39-2DBD-4AEBD0AB94B3}"/>
          </ac:spMkLst>
        </pc:spChg>
        <pc:spChg chg="add mod">
          <ac:chgData name="Alfredo Guevara" userId="822736fb38a4d5d6" providerId="LiveId" clId="{0DADFA1A-13AD-314D-95E0-B4967FFD305F}" dt="2024-08-05T20:27:24.857" v="786" actId="6549"/>
          <ac:spMkLst>
            <pc:docMk/>
            <pc:sldMk cId="2683050239" sldId="380"/>
            <ac:spMk id="3" creationId="{29427A04-CC2D-9F21-8CD0-43252E2F3FED}"/>
          </ac:spMkLst>
        </pc:spChg>
        <pc:spChg chg="mod">
          <ac:chgData name="Alfredo Guevara" userId="822736fb38a4d5d6" providerId="LiveId" clId="{0DADFA1A-13AD-314D-95E0-B4967FFD305F}" dt="2024-08-05T20:26:00.618" v="765" actId="20577"/>
          <ac:spMkLst>
            <pc:docMk/>
            <pc:sldMk cId="2683050239" sldId="380"/>
            <ac:spMk id="146" creationId="{00000000-0000-0000-0000-000000000000}"/>
          </ac:spMkLst>
        </pc:spChg>
      </pc:sldChg>
      <pc:sldChg chg="modSp add mod">
        <pc:chgData name="Alfredo Guevara" userId="822736fb38a4d5d6" providerId="LiveId" clId="{0DADFA1A-13AD-314D-95E0-B4967FFD305F}" dt="2024-08-05T21:04:56.623" v="829" actId="21"/>
        <pc:sldMkLst>
          <pc:docMk/>
          <pc:sldMk cId="1519197731" sldId="381"/>
        </pc:sldMkLst>
        <pc:spChg chg="mod">
          <ac:chgData name="Alfredo Guevara" userId="822736fb38a4d5d6" providerId="LiveId" clId="{0DADFA1A-13AD-314D-95E0-B4967FFD305F}" dt="2024-08-05T21:04:56.623" v="829" actId="21"/>
          <ac:spMkLst>
            <pc:docMk/>
            <pc:sldMk cId="1519197731" sldId="381"/>
            <ac:spMk id="2" creationId="{D4B261C9-1878-8F39-2DBD-4AEBD0AB94B3}"/>
          </ac:spMkLst>
        </pc:spChg>
        <pc:spChg chg="mod">
          <ac:chgData name="Alfredo Guevara" userId="822736fb38a4d5d6" providerId="LiveId" clId="{0DADFA1A-13AD-314D-95E0-B4967FFD305F}" dt="2024-08-05T20:28:32.171" v="807" actId="14100"/>
          <ac:spMkLst>
            <pc:docMk/>
            <pc:sldMk cId="1519197731" sldId="381"/>
            <ac:spMk id="146" creationId="{00000000-0000-0000-0000-000000000000}"/>
          </ac:spMkLst>
        </pc:spChg>
      </pc:sldChg>
      <pc:sldChg chg="delSp modSp add mod">
        <pc:chgData name="Alfredo Guevara" userId="822736fb38a4d5d6" providerId="LiveId" clId="{0DADFA1A-13AD-314D-95E0-B4967FFD305F}" dt="2024-08-05T20:30:49.588" v="822" actId="255"/>
        <pc:sldMkLst>
          <pc:docMk/>
          <pc:sldMk cId="3407709288" sldId="382"/>
        </pc:sldMkLst>
        <pc:spChg chg="mod">
          <ac:chgData name="Alfredo Guevara" userId="822736fb38a4d5d6" providerId="LiveId" clId="{0DADFA1A-13AD-314D-95E0-B4967FFD305F}" dt="2024-08-05T20:30:49.588" v="822" actId="255"/>
          <ac:spMkLst>
            <pc:docMk/>
            <pc:sldMk cId="3407709288" sldId="382"/>
            <ac:spMk id="2" creationId="{D4B261C9-1878-8F39-2DBD-4AEBD0AB94B3}"/>
          </ac:spMkLst>
        </pc:spChg>
        <pc:spChg chg="del">
          <ac:chgData name="Alfredo Guevara" userId="822736fb38a4d5d6" providerId="LiveId" clId="{0DADFA1A-13AD-314D-95E0-B4967FFD305F}" dt="2024-08-05T20:30:03.793" v="809" actId="478"/>
          <ac:spMkLst>
            <pc:docMk/>
            <pc:sldMk cId="3407709288" sldId="382"/>
            <ac:spMk id="3" creationId="{29427A04-CC2D-9F21-8CD0-43252E2F3FED}"/>
          </ac:spMkLst>
        </pc:spChg>
      </pc:sldChg>
      <pc:sldChg chg="modSp add mod">
        <pc:chgData name="Alfredo Guevara" userId="822736fb38a4d5d6" providerId="LiveId" clId="{0DADFA1A-13AD-314D-95E0-B4967FFD305F}" dt="2024-08-05T21:05:50.838" v="858" actId="6549"/>
        <pc:sldMkLst>
          <pc:docMk/>
          <pc:sldMk cId="3364032784" sldId="383"/>
        </pc:sldMkLst>
        <pc:spChg chg="mod">
          <ac:chgData name="Alfredo Guevara" userId="822736fb38a4d5d6" providerId="LiveId" clId="{0DADFA1A-13AD-314D-95E0-B4967FFD305F}" dt="2024-08-05T21:05:50.838" v="858" actId="6549"/>
          <ac:spMkLst>
            <pc:docMk/>
            <pc:sldMk cId="3364032784" sldId="383"/>
            <ac:spMk id="2" creationId="{D4B261C9-1878-8F39-2DBD-4AEBD0AB94B3}"/>
          </ac:spMkLst>
        </pc:spChg>
      </pc:sldChg>
      <pc:sldChg chg="modSp add mod">
        <pc:chgData name="Alfredo Guevara" userId="822736fb38a4d5d6" providerId="LiveId" clId="{0DADFA1A-13AD-314D-95E0-B4967FFD305F}" dt="2024-08-05T21:07:11.456" v="907" actId="6549"/>
        <pc:sldMkLst>
          <pc:docMk/>
          <pc:sldMk cId="3791030339" sldId="384"/>
        </pc:sldMkLst>
        <pc:spChg chg="mod">
          <ac:chgData name="Alfredo Guevara" userId="822736fb38a4d5d6" providerId="LiveId" clId="{0DADFA1A-13AD-314D-95E0-B4967FFD305F}" dt="2024-08-05T21:07:11.456" v="907" actId="6549"/>
          <ac:spMkLst>
            <pc:docMk/>
            <pc:sldMk cId="3791030339" sldId="384"/>
            <ac:spMk id="2" creationId="{D4B261C9-1878-8F39-2DBD-4AEBD0AB94B3}"/>
          </ac:spMkLst>
        </pc:spChg>
      </pc:sldChg>
      <pc:sldChg chg="modSp add mod">
        <pc:chgData name="Alfredo Guevara" userId="822736fb38a4d5d6" providerId="LiveId" clId="{0DADFA1A-13AD-314D-95E0-B4967FFD305F}" dt="2024-08-05T21:08:09.062" v="923" actId="6549"/>
        <pc:sldMkLst>
          <pc:docMk/>
          <pc:sldMk cId="1302228649" sldId="385"/>
        </pc:sldMkLst>
        <pc:spChg chg="mod">
          <ac:chgData name="Alfredo Guevara" userId="822736fb38a4d5d6" providerId="LiveId" clId="{0DADFA1A-13AD-314D-95E0-B4967FFD305F}" dt="2024-08-05T21:08:09.062" v="923" actId="6549"/>
          <ac:spMkLst>
            <pc:docMk/>
            <pc:sldMk cId="1302228649" sldId="385"/>
            <ac:spMk id="2" creationId="{D4B261C9-1878-8F39-2DBD-4AEBD0AB94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C9654E5-2B86-4061-BA67-8AB4A0612CCD}" type="datetimeFigureOut">
              <a:rPr lang="es-PE" smtClean="0"/>
              <a:t>4/09/2024</a:t>
            </a:fld>
            <a:endParaRPr lang="es-PE"/>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8529008C-742E-4A65-BF8A-7341D8FA0032}" type="slidenum">
              <a:rPr lang="es-PE" smtClean="0"/>
              <a:t>‹Nº›</a:t>
            </a:fld>
            <a:endParaRPr lang="es-PE"/>
          </a:p>
        </p:txBody>
      </p:sp>
    </p:spTree>
    <p:extLst>
      <p:ext uri="{BB962C8B-B14F-4D97-AF65-F5344CB8AC3E}">
        <p14:creationId xmlns:p14="http://schemas.microsoft.com/office/powerpoint/2010/main" val="4162588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9647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7450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1401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139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1275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9078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9238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7134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180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43416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3228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0678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734820" y="1015746"/>
            <a:ext cx="8722359" cy="1763395"/>
          </a:xfrm>
          <a:prstGeom prst="rect">
            <a:avLst/>
          </a:prstGeom>
        </p:spPr>
        <p:txBody>
          <a:bodyPr wrap="square" lIns="0" tIns="0" rIns="0" bIns="0">
            <a:spAutoFit/>
          </a:bodyPr>
          <a:lstStyle>
            <a:lvl1pPr>
              <a:defRPr sz="6000" b="0" i="0">
                <a:solidFill>
                  <a:schemeClr val="tx1"/>
                </a:solidFill>
                <a:latin typeface="Calibri Light"/>
                <a:cs typeface="Calibri Light"/>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916939" y="1784350"/>
            <a:ext cx="4892675" cy="402653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sz="half" idx="3"/>
          </p:nvPr>
        </p:nvSpPr>
        <p:spPr>
          <a:xfrm>
            <a:off x="7660005" y="1784350"/>
            <a:ext cx="3527425" cy="402653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09676"/>
            <a:ext cx="10358120" cy="697230"/>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793493"/>
            <a:ext cx="10358120" cy="18586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9/4/2024</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youtu.be/_KZkbL0MMbQ?feature=shared"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900112" y="1838144"/>
            <a:ext cx="10363199" cy="905056"/>
          </a:xfrm>
          <a:prstGeom prst="rect">
            <a:avLst/>
          </a:prstGeom>
        </p:spPr>
        <p:txBody>
          <a:bodyPr vert="horz" wrap="square" lIns="0" tIns="116205" rIns="0" bIns="0" rtlCol="0">
            <a:spAutoFit/>
          </a:bodyPr>
          <a:lstStyle/>
          <a:p>
            <a:pPr marL="3268979" marR="5080" indent="-3253104" algn="ctr">
              <a:lnSpc>
                <a:spcPts val="6480"/>
              </a:lnSpc>
              <a:spcBef>
                <a:spcPts val="915"/>
              </a:spcBef>
            </a:pPr>
            <a:r>
              <a:rPr lang="es-ES" sz="4800" spc="-45" dirty="0">
                <a:latin typeface="CentSchbkCyrill BT" panose="02040603050705020303" pitchFamily="18" charset="-52"/>
              </a:rPr>
              <a:t>CURSO: DISEÑO DE PATRONES</a:t>
            </a:r>
            <a:endParaRPr sz="4800" spc="-35" dirty="0">
              <a:latin typeface="CentSchbkCyrill BT" panose="02040603050705020303" pitchFamily="18" charset="-52"/>
            </a:endParaRPr>
          </a:p>
        </p:txBody>
      </p:sp>
      <p:sp>
        <p:nvSpPr>
          <p:cNvPr id="6" name="CuadroTexto 5">
            <a:extLst>
              <a:ext uri="{FF2B5EF4-FFF2-40B4-BE49-F238E27FC236}">
                <a16:creationId xmlns:a16="http://schemas.microsoft.com/office/drawing/2014/main" id="{A985DEC5-F30D-46A1-8619-3D91E66BBC7E}"/>
              </a:ext>
            </a:extLst>
          </p:cNvPr>
          <p:cNvSpPr txBox="1"/>
          <p:nvPr/>
        </p:nvSpPr>
        <p:spPr>
          <a:xfrm>
            <a:off x="2767012" y="1644495"/>
            <a:ext cx="6629400" cy="369332"/>
          </a:xfrm>
          <a:prstGeom prst="rect">
            <a:avLst/>
          </a:prstGeom>
          <a:noFill/>
        </p:spPr>
        <p:txBody>
          <a:bodyPr wrap="square">
            <a:spAutoFit/>
          </a:bodyPr>
          <a:lstStyle/>
          <a:p>
            <a:pPr algn="ctr"/>
            <a:r>
              <a:rPr lang="es-ES" b="1" dirty="0">
                <a:solidFill>
                  <a:srgbClr val="D1052D"/>
                </a:solidFill>
              </a:rPr>
              <a:t>PRIMERA UNIDAD DE APRENDIZAJE 2: Patrones creacionales</a:t>
            </a:r>
            <a:r>
              <a:rPr lang="es-PE" sz="1800" dirty="0">
                <a:effectLst/>
                <a:latin typeface="DejaVuSans"/>
              </a:rPr>
              <a:t> </a:t>
            </a:r>
            <a:endParaRPr lang="es-PE" dirty="0"/>
          </a:p>
        </p:txBody>
      </p:sp>
      <p:sp>
        <p:nvSpPr>
          <p:cNvPr id="8" name="CuadroTexto 7">
            <a:extLst>
              <a:ext uri="{FF2B5EF4-FFF2-40B4-BE49-F238E27FC236}">
                <a16:creationId xmlns:a16="http://schemas.microsoft.com/office/drawing/2014/main" id="{851E8A21-5A38-43E7-AE9D-98AA48814941}"/>
              </a:ext>
            </a:extLst>
          </p:cNvPr>
          <p:cNvSpPr txBox="1"/>
          <p:nvPr/>
        </p:nvSpPr>
        <p:spPr>
          <a:xfrm>
            <a:off x="1966912" y="3179215"/>
            <a:ext cx="8258176" cy="2087751"/>
          </a:xfrm>
          <a:prstGeom prst="rect">
            <a:avLst/>
          </a:prstGeom>
          <a:solidFill>
            <a:srgbClr val="D1052D"/>
          </a:solidFill>
          <a:ln>
            <a:noFill/>
          </a:ln>
        </p:spPr>
        <p:style>
          <a:lnRef idx="2">
            <a:schemeClr val="accent2"/>
          </a:lnRef>
          <a:fillRef idx="1">
            <a:schemeClr val="lt1"/>
          </a:fillRef>
          <a:effectRef idx="0">
            <a:schemeClr val="accent2"/>
          </a:effectRef>
          <a:fontRef idx="minor">
            <a:schemeClr val="dk1"/>
          </a:fontRef>
        </p:style>
        <p:txBody>
          <a:bodyPr wrap="square">
            <a:spAutoFit/>
          </a:bodyPr>
          <a:lstStyle/>
          <a:p>
            <a:pPr marL="12700" algn="ctr">
              <a:lnSpc>
                <a:spcPct val="100000"/>
              </a:lnSpc>
              <a:spcBef>
                <a:spcPts val="100"/>
              </a:spcBef>
            </a:pPr>
            <a:r>
              <a:rPr lang="es-PE" sz="3200" b="1" spc="-25" dirty="0">
                <a:solidFill>
                  <a:schemeClr val="bg1"/>
                </a:solidFill>
                <a:latin typeface="Arial"/>
                <a:cs typeface="Arial"/>
              </a:rPr>
              <a:t>SESIÓN N° 06:</a:t>
            </a:r>
            <a:endParaRPr lang="es-PE" sz="3200" b="1" spc="85" dirty="0">
              <a:solidFill>
                <a:schemeClr val="bg1"/>
              </a:solidFill>
              <a:latin typeface="Arial"/>
              <a:cs typeface="Arial"/>
            </a:endParaRPr>
          </a:p>
          <a:p>
            <a:pPr marL="12700">
              <a:lnSpc>
                <a:spcPct val="100000"/>
              </a:lnSpc>
              <a:spcBef>
                <a:spcPts val="100"/>
              </a:spcBef>
            </a:pPr>
            <a:r>
              <a:rPr lang="es-ES" sz="3200" b="1" dirty="0">
                <a:solidFill>
                  <a:schemeClr val="bg1"/>
                </a:solidFill>
              </a:rPr>
              <a:t>Patrones Creacionales: </a:t>
            </a:r>
          </a:p>
          <a:p>
            <a:pPr marL="12700">
              <a:lnSpc>
                <a:spcPct val="100000"/>
              </a:lnSpc>
              <a:spcBef>
                <a:spcPts val="100"/>
              </a:spcBef>
            </a:pPr>
            <a:r>
              <a:rPr lang="es-ES" sz="3200" b="1" dirty="0">
                <a:solidFill>
                  <a:schemeClr val="bg1"/>
                </a:solidFill>
              </a:rPr>
              <a:t>Introducción a patrones creacionales. Patrón </a:t>
            </a:r>
            <a:r>
              <a:rPr lang="es-ES" sz="3200" b="1" dirty="0" err="1">
                <a:solidFill>
                  <a:schemeClr val="bg1"/>
                </a:solidFill>
              </a:rPr>
              <a:t>Singleton</a:t>
            </a:r>
            <a:r>
              <a:rPr lang="es-ES" sz="3200" b="1" dirty="0">
                <a:solidFill>
                  <a:schemeClr val="bg1"/>
                </a:solidFill>
              </a:rPr>
              <a:t>. Patrón </a:t>
            </a:r>
            <a:r>
              <a:rPr lang="es-ES" sz="3200" b="1" dirty="0" err="1">
                <a:solidFill>
                  <a:schemeClr val="bg1"/>
                </a:solidFill>
              </a:rPr>
              <a:t>Prototype</a:t>
            </a:r>
            <a:r>
              <a:rPr lang="es-ES" sz="3200" b="1" dirty="0">
                <a:solidFill>
                  <a:schemeClr val="bg1"/>
                </a:solidFill>
              </a:rPr>
              <a:t>.</a:t>
            </a:r>
            <a:endParaRPr lang="es-PE" sz="3200" dirty="0">
              <a:solidFill>
                <a:schemeClr val="bg1"/>
              </a:solidFill>
              <a:latin typeface="Arial"/>
              <a:cs typeface="Arial"/>
            </a:endParaRPr>
          </a:p>
        </p:txBody>
      </p:sp>
      <p:sp>
        <p:nvSpPr>
          <p:cNvPr id="9" name="CuadroTexto 8">
            <a:extLst>
              <a:ext uri="{FF2B5EF4-FFF2-40B4-BE49-F238E27FC236}">
                <a16:creationId xmlns:a16="http://schemas.microsoft.com/office/drawing/2014/main" id="{679D4BDE-00D9-4634-BFF4-101BA4E8B52C}"/>
              </a:ext>
            </a:extLst>
          </p:cNvPr>
          <p:cNvSpPr txBox="1"/>
          <p:nvPr/>
        </p:nvSpPr>
        <p:spPr>
          <a:xfrm>
            <a:off x="3048000" y="5715000"/>
            <a:ext cx="6096000" cy="659155"/>
          </a:xfrm>
          <a:prstGeom prst="rect">
            <a:avLst/>
          </a:prstGeom>
          <a:noFill/>
        </p:spPr>
        <p:txBody>
          <a:bodyPr wrap="square">
            <a:spAutoFit/>
          </a:bodyPr>
          <a:lstStyle/>
          <a:p>
            <a:pPr marL="12700" algn="ctr">
              <a:lnSpc>
                <a:spcPct val="100000"/>
              </a:lnSpc>
              <a:spcBef>
                <a:spcPts val="100"/>
              </a:spcBef>
            </a:pPr>
            <a:r>
              <a:rPr lang="es-PE" sz="1800" b="1" spc="-25" dirty="0">
                <a:solidFill>
                  <a:srgbClr val="D1052D"/>
                </a:solidFill>
                <a:latin typeface="Arial"/>
                <a:cs typeface="Arial"/>
              </a:rPr>
              <a:t>DOCENTES DE UTP</a:t>
            </a:r>
          </a:p>
          <a:p>
            <a:pPr marL="12700" algn="ctr">
              <a:lnSpc>
                <a:spcPct val="100000"/>
              </a:lnSpc>
              <a:spcBef>
                <a:spcPts val="100"/>
              </a:spcBef>
            </a:pPr>
            <a:r>
              <a:rPr lang="es-PE" b="1" spc="-25" dirty="0">
                <a:solidFill>
                  <a:srgbClr val="D1052D"/>
                </a:solidFill>
                <a:latin typeface="Arial"/>
                <a:cs typeface="Arial"/>
              </a:rPr>
              <a:t>SISTEMAS</a:t>
            </a:r>
            <a:endParaRPr lang="es-PE" sz="1800" dirty="0">
              <a:latin typeface="Arial"/>
              <a:cs typeface="Arial"/>
            </a:endParaRPr>
          </a:p>
        </p:txBody>
      </p:sp>
      <p:grpSp>
        <p:nvGrpSpPr>
          <p:cNvPr id="5" name="Grupo 4">
            <a:extLst>
              <a:ext uri="{FF2B5EF4-FFF2-40B4-BE49-F238E27FC236}">
                <a16:creationId xmlns:a16="http://schemas.microsoft.com/office/drawing/2014/main" id="{B5B956ED-21D5-4069-B69B-4CE9E409433F}"/>
              </a:ext>
            </a:extLst>
          </p:cNvPr>
          <p:cNvGrpSpPr/>
          <p:nvPr/>
        </p:nvGrpSpPr>
        <p:grpSpPr>
          <a:xfrm>
            <a:off x="3681788" y="152400"/>
            <a:ext cx="8281612" cy="1295400"/>
            <a:chOff x="3681788" y="152400"/>
            <a:chExt cx="8281612" cy="1295400"/>
          </a:xfrm>
        </p:grpSpPr>
        <p:pic>
          <p:nvPicPr>
            <p:cNvPr id="4" name="object 4"/>
            <p:cNvPicPr/>
            <p:nvPr/>
          </p:nvPicPr>
          <p:blipFill>
            <a:blip r:embed="rId2" cstate="print"/>
            <a:stretch>
              <a:fillRect/>
            </a:stretch>
          </p:blipFill>
          <p:spPr>
            <a:xfrm>
              <a:off x="3681788" y="370720"/>
              <a:ext cx="4828423" cy="1077080"/>
            </a:xfrm>
            <a:prstGeom prst="rect">
              <a:avLst/>
            </a:prstGeom>
          </p:spPr>
        </p:pic>
        <p:sp>
          <p:nvSpPr>
            <p:cNvPr id="3" name="Rectángulo 2">
              <a:extLst>
                <a:ext uri="{FF2B5EF4-FFF2-40B4-BE49-F238E27FC236}">
                  <a16:creationId xmlns:a16="http://schemas.microsoft.com/office/drawing/2014/main" id="{EBA6524E-EDB1-4440-AE90-883F7F1FD18C}"/>
                </a:ext>
              </a:extLst>
            </p:cNvPr>
            <p:cNvSpPr/>
            <p:nvPr/>
          </p:nvSpPr>
          <p:spPr>
            <a:xfrm>
              <a:off x="9144000" y="152400"/>
              <a:ext cx="2819400" cy="762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Motivación para el </a:t>
            </a:r>
            <a:r>
              <a:rPr sz="2400" b="1" spc="-5" dirty="0" err="1">
                <a:solidFill>
                  <a:srgbClr val="FFFFFF"/>
                </a:solidFill>
                <a:latin typeface="Arial"/>
                <a:cs typeface="Arial"/>
              </a:rPr>
              <a:t>aprendizaje</a:t>
            </a:r>
            <a:endParaRPr sz="2400" dirty="0">
              <a:latin typeface="Arial"/>
              <a:cs typeface="Arial"/>
            </a:endParaRPr>
          </a:p>
        </p:txBody>
      </p:sp>
      <p:pic>
        <p:nvPicPr>
          <p:cNvPr id="7" name="object 7">
            <a:extLst>
              <a:ext uri="{FF2B5EF4-FFF2-40B4-BE49-F238E27FC236}">
                <a16:creationId xmlns:a16="http://schemas.microsoft.com/office/drawing/2014/main" id="{9328E6EB-B063-4713-BFB4-0B0FA7721878}"/>
              </a:ext>
            </a:extLst>
          </p:cNvPr>
          <p:cNvPicPr/>
          <p:nvPr/>
        </p:nvPicPr>
        <p:blipFill>
          <a:blip r:embed="rId2" cstate="print"/>
          <a:stretch>
            <a:fillRect/>
          </a:stretch>
        </p:blipFill>
        <p:spPr>
          <a:xfrm>
            <a:off x="5723651" y="313451"/>
            <a:ext cx="524749" cy="524749"/>
          </a:xfrm>
          <a:prstGeom prst="rect">
            <a:avLst/>
          </a:prstGeom>
        </p:spPr>
      </p:pic>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0" name="CuadroTexto 9">
            <a:extLst>
              <a:ext uri="{FF2B5EF4-FFF2-40B4-BE49-F238E27FC236}">
                <a16:creationId xmlns:a16="http://schemas.microsoft.com/office/drawing/2014/main" id="{4D11C75D-199E-45B8-BA8D-17CD6C160246}"/>
              </a:ext>
            </a:extLst>
          </p:cNvPr>
          <p:cNvSpPr txBox="1"/>
          <p:nvPr/>
        </p:nvSpPr>
        <p:spPr>
          <a:xfrm>
            <a:off x="2590800" y="2981235"/>
            <a:ext cx="7010400" cy="1200329"/>
          </a:xfrm>
          <a:prstGeom prst="rect">
            <a:avLst/>
          </a:prstGeom>
          <a:noFill/>
        </p:spPr>
        <p:txBody>
          <a:bodyPr wrap="square">
            <a:spAutoFit/>
          </a:bodyPr>
          <a:lstStyle/>
          <a:p>
            <a:pPr algn="ctr"/>
            <a:r>
              <a:rPr lang="es-ES" sz="3600" b="1" spc="-5" dirty="0">
                <a:latin typeface="Arial"/>
                <a:cs typeface="Arial"/>
              </a:rPr>
              <a:t>Lo que debemos tener en cuenta</a:t>
            </a:r>
            <a:endParaRPr lang="es-ES" sz="3600" dirty="0">
              <a:latin typeface="Arial"/>
              <a:cs typeface="Arial"/>
            </a:endParaRPr>
          </a:p>
        </p:txBody>
      </p:sp>
      <p:pic>
        <p:nvPicPr>
          <p:cNvPr id="11" name="object 6">
            <a:extLst>
              <a:ext uri="{FF2B5EF4-FFF2-40B4-BE49-F238E27FC236}">
                <a16:creationId xmlns:a16="http://schemas.microsoft.com/office/drawing/2014/main" id="{E52C9474-7154-4724-A72B-B537E889D3D1}"/>
              </a:ext>
            </a:extLst>
          </p:cNvPr>
          <p:cNvPicPr/>
          <p:nvPr/>
        </p:nvPicPr>
        <p:blipFill>
          <a:blip r:embed="rId3" cstate="print"/>
          <a:stretch>
            <a:fillRect/>
          </a:stretch>
        </p:blipFill>
        <p:spPr>
          <a:xfrm>
            <a:off x="9753600" y="6184229"/>
            <a:ext cx="445171" cy="445171"/>
          </a:xfrm>
          <a:prstGeom prst="rect">
            <a:avLst/>
          </a:prstGeom>
        </p:spPr>
      </p:pic>
      <p:sp>
        <p:nvSpPr>
          <p:cNvPr id="12" name="CuadroTexto 11">
            <a:extLst>
              <a:ext uri="{FF2B5EF4-FFF2-40B4-BE49-F238E27FC236}">
                <a16:creationId xmlns:a16="http://schemas.microsoft.com/office/drawing/2014/main" id="{347AE2A4-CC8F-4B06-A81C-DB8416DF06EB}"/>
              </a:ext>
            </a:extLst>
          </p:cNvPr>
          <p:cNvSpPr txBox="1"/>
          <p:nvPr/>
        </p:nvSpPr>
        <p:spPr>
          <a:xfrm>
            <a:off x="10198771" y="6222148"/>
            <a:ext cx="1764629" cy="400110"/>
          </a:xfrm>
          <a:prstGeom prst="rect">
            <a:avLst/>
          </a:prstGeom>
          <a:noFill/>
        </p:spPr>
        <p:txBody>
          <a:bodyPr wrap="square">
            <a:spAutoFit/>
          </a:bodyPr>
          <a:lstStyle/>
          <a:p>
            <a:pPr marR="114300">
              <a:lnSpc>
                <a:spcPct val="100000"/>
              </a:lnSpc>
              <a:spcBef>
                <a:spcPts val="1345"/>
              </a:spcBef>
            </a:pPr>
            <a:r>
              <a:rPr lang="es-PE" sz="2000" b="1" dirty="0">
                <a:latin typeface="Arial"/>
                <a:cs typeface="Arial"/>
              </a:rPr>
              <a:t>5</a:t>
            </a:r>
            <a:r>
              <a:rPr lang="es-PE" sz="2000" b="1" spc="-55" dirty="0">
                <a:latin typeface="Arial"/>
                <a:cs typeface="Arial"/>
              </a:rPr>
              <a:t> </a:t>
            </a:r>
            <a:r>
              <a:rPr lang="es-PE" sz="2000" b="1" spc="-5" dirty="0">
                <a:latin typeface="Arial"/>
                <a:cs typeface="Arial"/>
              </a:rPr>
              <a:t>minutos</a:t>
            </a:r>
            <a:endParaRPr lang="es-PE" sz="2000" dirty="0">
              <a:latin typeface="Arial"/>
              <a:cs typeface="Arial"/>
            </a:endParaRPr>
          </a:p>
        </p:txBody>
      </p:sp>
    </p:spTree>
    <p:extLst>
      <p:ext uri="{BB962C8B-B14F-4D97-AF65-F5344CB8AC3E}">
        <p14:creationId xmlns:p14="http://schemas.microsoft.com/office/powerpoint/2010/main" val="118724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Motivación para el </a:t>
            </a:r>
            <a:r>
              <a:rPr sz="2400" b="1" spc="-5" dirty="0" err="1">
                <a:solidFill>
                  <a:srgbClr val="FFFFFF"/>
                </a:solidFill>
                <a:latin typeface="Arial"/>
                <a:cs typeface="Arial"/>
              </a:rPr>
              <a:t>aprendizaje</a:t>
            </a:r>
            <a:endParaRPr sz="2400" dirty="0">
              <a:latin typeface="Arial"/>
              <a:cs typeface="Arial"/>
            </a:endParaRPr>
          </a:p>
        </p:txBody>
      </p:sp>
      <p:pic>
        <p:nvPicPr>
          <p:cNvPr id="7" name="object 7">
            <a:extLst>
              <a:ext uri="{FF2B5EF4-FFF2-40B4-BE49-F238E27FC236}">
                <a16:creationId xmlns:a16="http://schemas.microsoft.com/office/drawing/2014/main" id="{9328E6EB-B063-4713-BFB4-0B0FA7721878}"/>
              </a:ext>
            </a:extLst>
          </p:cNvPr>
          <p:cNvPicPr/>
          <p:nvPr/>
        </p:nvPicPr>
        <p:blipFill>
          <a:blip r:embed="rId2" cstate="print"/>
          <a:stretch>
            <a:fillRect/>
          </a:stretch>
        </p:blipFill>
        <p:spPr>
          <a:xfrm>
            <a:off x="5723651" y="313451"/>
            <a:ext cx="524749" cy="524749"/>
          </a:xfrm>
          <a:prstGeom prst="rect">
            <a:avLst/>
          </a:prstGeom>
        </p:spPr>
      </p:pic>
      <p:sp>
        <p:nvSpPr>
          <p:cNvPr id="3" name="Rectángulo 2">
            <a:extLst>
              <a:ext uri="{FF2B5EF4-FFF2-40B4-BE49-F238E27FC236}">
                <a16:creationId xmlns:a16="http://schemas.microsoft.com/office/drawing/2014/main" id="{BBAB4C3F-B9B1-46EC-20C5-AE89AD8CE92F}"/>
              </a:ext>
            </a:extLst>
          </p:cNvPr>
          <p:cNvSpPr/>
          <p:nvPr/>
        </p:nvSpPr>
        <p:spPr>
          <a:xfrm>
            <a:off x="475881" y="2362200"/>
            <a:ext cx="11157158" cy="923330"/>
          </a:xfrm>
          <a:prstGeom prst="rect">
            <a:avLst/>
          </a:prstGeom>
          <a:noFill/>
        </p:spPr>
        <p:txBody>
          <a:bodyPr wrap="none" lIns="91440" tIns="45720" rIns="91440" bIns="45720">
            <a:spAutoFit/>
          </a:bodyPr>
          <a:lstStyle/>
          <a:p>
            <a:pPr algn="ctr"/>
            <a:r>
              <a:rPr lang="es-MX"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¿QUÉ SON PATRONES CREACIONALES?</a:t>
            </a:r>
          </a:p>
        </p:txBody>
      </p:sp>
      <p:sp>
        <p:nvSpPr>
          <p:cNvPr id="5" name="Google Shape;76;p2">
            <a:extLst>
              <a:ext uri="{FF2B5EF4-FFF2-40B4-BE49-F238E27FC236}">
                <a16:creationId xmlns:a16="http://schemas.microsoft.com/office/drawing/2014/main" id="{905CC4F1-EE6A-132E-4B04-AF33379F0EB6}"/>
              </a:ext>
            </a:extLst>
          </p:cNvPr>
          <p:cNvSpPr txBox="1"/>
          <p:nvPr/>
        </p:nvSpPr>
        <p:spPr>
          <a:xfrm>
            <a:off x="3200400" y="4109730"/>
            <a:ext cx="609600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PE" sz="2000" b="0" i="0" u="none" strike="noStrike" cap="none" dirty="0">
                <a:solidFill>
                  <a:schemeClr val="dk1"/>
                </a:solidFill>
                <a:latin typeface="Calibri"/>
                <a:ea typeface="Calibri"/>
                <a:cs typeface="Calibri"/>
                <a:sym typeface="Calibri"/>
              </a:rPr>
              <a:t>https://youtu.be/_KZkbL0MMbQ?feature=shared</a:t>
            </a:r>
            <a:endParaRPr sz="20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3162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FF"/>
                </a:solidFill>
                <a:latin typeface="Arial"/>
                <a:cs typeface="Arial"/>
              </a:rPr>
              <a:t>Recordando</a:t>
            </a:r>
            <a:r>
              <a:rPr sz="2400" b="1" spc="-45" dirty="0">
                <a:solidFill>
                  <a:srgbClr val="FFFFFF"/>
                </a:solidFill>
                <a:latin typeface="Arial"/>
                <a:cs typeface="Arial"/>
              </a:rPr>
              <a:t> </a:t>
            </a:r>
            <a:r>
              <a:rPr sz="2400" b="1" spc="-5" dirty="0">
                <a:solidFill>
                  <a:srgbClr val="FFFFFF"/>
                </a:solidFill>
                <a:latin typeface="Arial"/>
                <a:cs typeface="Arial"/>
              </a:rPr>
              <a:t>los</a:t>
            </a:r>
            <a:r>
              <a:rPr sz="2400" b="1" spc="-40" dirty="0">
                <a:solidFill>
                  <a:srgbClr val="FFFFFF"/>
                </a:solidFill>
                <a:latin typeface="Arial"/>
                <a:cs typeface="Arial"/>
              </a:rPr>
              <a:t> </a:t>
            </a:r>
            <a:r>
              <a:rPr sz="2400" b="1" spc="-5" dirty="0">
                <a:solidFill>
                  <a:srgbClr val="FFFFFF"/>
                </a:solidFill>
                <a:latin typeface="Arial"/>
                <a:cs typeface="Arial"/>
              </a:rPr>
              <a:t>aprendizajes</a:t>
            </a:r>
            <a:endParaRPr sz="2400" dirty="0">
              <a:latin typeface="Arial"/>
              <a:cs typeface="Arial"/>
            </a:endParaRPr>
          </a:p>
        </p:txBody>
      </p:sp>
      <p:pic>
        <p:nvPicPr>
          <p:cNvPr id="7" name="object 7">
            <a:extLst>
              <a:ext uri="{FF2B5EF4-FFF2-40B4-BE49-F238E27FC236}">
                <a16:creationId xmlns:a16="http://schemas.microsoft.com/office/drawing/2014/main" id="{9328E6EB-B063-4713-BFB4-0B0FA7721878}"/>
              </a:ext>
            </a:extLst>
          </p:cNvPr>
          <p:cNvPicPr/>
          <p:nvPr/>
        </p:nvPicPr>
        <p:blipFill>
          <a:blip r:embed="rId2" cstate="print"/>
          <a:stretch>
            <a:fillRect/>
          </a:stretch>
        </p:blipFill>
        <p:spPr>
          <a:xfrm>
            <a:off x="5723651" y="313451"/>
            <a:ext cx="524749" cy="524749"/>
          </a:xfrm>
          <a:prstGeom prst="rect">
            <a:avLst/>
          </a:prstGeom>
        </p:spPr>
      </p:pic>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0" name="CuadroTexto 9">
            <a:extLst>
              <a:ext uri="{FF2B5EF4-FFF2-40B4-BE49-F238E27FC236}">
                <a16:creationId xmlns:a16="http://schemas.microsoft.com/office/drawing/2014/main" id="{4D11C75D-199E-45B8-BA8D-17CD6C160246}"/>
              </a:ext>
            </a:extLst>
          </p:cNvPr>
          <p:cNvSpPr txBox="1"/>
          <p:nvPr/>
        </p:nvSpPr>
        <p:spPr>
          <a:xfrm>
            <a:off x="2590800" y="2981235"/>
            <a:ext cx="7010400" cy="1200329"/>
          </a:xfrm>
          <a:prstGeom prst="rect">
            <a:avLst/>
          </a:prstGeom>
          <a:noFill/>
        </p:spPr>
        <p:txBody>
          <a:bodyPr wrap="square">
            <a:spAutoFit/>
          </a:bodyPr>
          <a:lstStyle/>
          <a:p>
            <a:pPr algn="ctr"/>
            <a:r>
              <a:rPr lang="es-ES" sz="3600" b="1" spc="-5" dirty="0">
                <a:latin typeface="Arial"/>
                <a:cs typeface="Arial"/>
              </a:rPr>
              <a:t>¿Qué</a:t>
            </a:r>
            <a:r>
              <a:rPr lang="es-ES" sz="3600" b="1" spc="-20" dirty="0">
                <a:latin typeface="Arial"/>
                <a:cs typeface="Arial"/>
              </a:rPr>
              <a:t> </a:t>
            </a:r>
            <a:r>
              <a:rPr lang="es-ES" sz="3600" b="1" spc="-5" dirty="0">
                <a:latin typeface="Arial"/>
                <a:cs typeface="Arial"/>
              </a:rPr>
              <a:t>vimos</a:t>
            </a:r>
            <a:r>
              <a:rPr lang="es-ES" sz="3600" b="1" spc="-20" dirty="0">
                <a:latin typeface="Arial"/>
                <a:cs typeface="Arial"/>
              </a:rPr>
              <a:t> </a:t>
            </a:r>
            <a:r>
              <a:rPr lang="es-ES" sz="3600" b="1" spc="-5" dirty="0">
                <a:latin typeface="Arial"/>
                <a:cs typeface="Arial"/>
              </a:rPr>
              <a:t>en</a:t>
            </a:r>
            <a:r>
              <a:rPr lang="es-ES" sz="3600" b="1" spc="-20" dirty="0">
                <a:latin typeface="Arial"/>
                <a:cs typeface="Arial"/>
              </a:rPr>
              <a:t> </a:t>
            </a:r>
            <a:r>
              <a:rPr lang="es-ES" sz="3600" b="1" spc="-5" dirty="0">
                <a:latin typeface="Arial"/>
                <a:cs typeface="Arial"/>
              </a:rPr>
              <a:t>la</a:t>
            </a:r>
            <a:r>
              <a:rPr lang="es-ES" sz="3600" b="1" spc="-20" dirty="0">
                <a:latin typeface="Arial"/>
                <a:cs typeface="Arial"/>
              </a:rPr>
              <a:t> </a:t>
            </a:r>
            <a:r>
              <a:rPr lang="es-ES" sz="3600" b="1" spc="-5" dirty="0">
                <a:latin typeface="Arial"/>
                <a:cs typeface="Arial"/>
              </a:rPr>
              <a:t>sesión</a:t>
            </a:r>
            <a:r>
              <a:rPr lang="es-ES" sz="3600" b="1" spc="-20" dirty="0">
                <a:latin typeface="Arial"/>
                <a:cs typeface="Arial"/>
              </a:rPr>
              <a:t> </a:t>
            </a:r>
            <a:r>
              <a:rPr lang="es-ES" sz="3600" b="1" spc="-5" dirty="0">
                <a:latin typeface="Arial"/>
                <a:cs typeface="Arial"/>
              </a:rPr>
              <a:t>anterior?</a:t>
            </a:r>
            <a:endParaRPr lang="es-ES" sz="3600" dirty="0">
              <a:latin typeface="Arial"/>
              <a:cs typeface="Arial"/>
            </a:endParaRPr>
          </a:p>
        </p:txBody>
      </p:sp>
    </p:spTree>
    <p:extLst>
      <p:ext uri="{BB962C8B-B14F-4D97-AF65-F5344CB8AC3E}">
        <p14:creationId xmlns:p14="http://schemas.microsoft.com/office/powerpoint/2010/main" val="777175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FF"/>
                </a:solidFill>
                <a:latin typeface="Arial"/>
                <a:cs typeface="Arial"/>
              </a:rPr>
              <a:t>Recordando</a:t>
            </a:r>
            <a:r>
              <a:rPr sz="2400" b="1" spc="-45" dirty="0">
                <a:solidFill>
                  <a:srgbClr val="FFFFFF"/>
                </a:solidFill>
                <a:latin typeface="Arial"/>
                <a:cs typeface="Arial"/>
              </a:rPr>
              <a:t> </a:t>
            </a:r>
            <a:r>
              <a:rPr sz="2400" b="1" spc="-5" dirty="0">
                <a:solidFill>
                  <a:srgbClr val="FFFFFF"/>
                </a:solidFill>
                <a:latin typeface="Arial"/>
                <a:cs typeface="Arial"/>
              </a:rPr>
              <a:t>los</a:t>
            </a:r>
            <a:r>
              <a:rPr sz="2400" b="1" spc="-40" dirty="0">
                <a:solidFill>
                  <a:srgbClr val="FFFFFF"/>
                </a:solidFill>
                <a:latin typeface="Arial"/>
                <a:cs typeface="Arial"/>
              </a:rPr>
              <a:t> </a:t>
            </a:r>
            <a:r>
              <a:rPr sz="2400" b="1" spc="-5" dirty="0">
                <a:solidFill>
                  <a:srgbClr val="FFFFFF"/>
                </a:solidFill>
                <a:latin typeface="Arial"/>
                <a:cs typeface="Arial"/>
              </a:rPr>
              <a:t>aprendizajes</a:t>
            </a:r>
            <a:endParaRPr sz="2400" dirty="0">
              <a:latin typeface="Arial"/>
              <a:cs typeface="Arial"/>
            </a:endParaRPr>
          </a:p>
        </p:txBody>
      </p:sp>
      <p:pic>
        <p:nvPicPr>
          <p:cNvPr id="7" name="object 7">
            <a:extLst>
              <a:ext uri="{FF2B5EF4-FFF2-40B4-BE49-F238E27FC236}">
                <a16:creationId xmlns:a16="http://schemas.microsoft.com/office/drawing/2014/main" id="{9328E6EB-B063-4713-BFB4-0B0FA7721878}"/>
              </a:ext>
            </a:extLst>
          </p:cNvPr>
          <p:cNvPicPr/>
          <p:nvPr/>
        </p:nvPicPr>
        <p:blipFill>
          <a:blip r:embed="rId2" cstate="print"/>
          <a:stretch>
            <a:fillRect/>
          </a:stretch>
        </p:blipFill>
        <p:spPr>
          <a:xfrm>
            <a:off x="5723651" y="313451"/>
            <a:ext cx="524749" cy="524749"/>
          </a:xfrm>
          <a:prstGeom prst="rect">
            <a:avLst/>
          </a:prstGeom>
        </p:spPr>
      </p:pic>
      <p:pic>
        <p:nvPicPr>
          <p:cNvPr id="2" name="Imagen 1">
            <a:extLst>
              <a:ext uri="{FF2B5EF4-FFF2-40B4-BE49-F238E27FC236}">
                <a16:creationId xmlns:a16="http://schemas.microsoft.com/office/drawing/2014/main" id="{A588E468-AC71-5A0E-8DEA-EBA7AED49AF1}"/>
              </a:ext>
            </a:extLst>
          </p:cNvPr>
          <p:cNvPicPr>
            <a:picLocks noChangeAspect="1"/>
          </p:cNvPicPr>
          <p:nvPr/>
        </p:nvPicPr>
        <p:blipFill>
          <a:blip r:embed="rId3"/>
          <a:stretch>
            <a:fillRect/>
          </a:stretch>
        </p:blipFill>
        <p:spPr>
          <a:xfrm>
            <a:off x="381000" y="942824"/>
            <a:ext cx="10591799" cy="5305576"/>
          </a:xfrm>
          <a:prstGeom prst="rect">
            <a:avLst/>
          </a:prstGeom>
        </p:spPr>
      </p:pic>
    </p:spTree>
    <p:extLst>
      <p:ext uri="{BB962C8B-B14F-4D97-AF65-F5344CB8AC3E}">
        <p14:creationId xmlns:p14="http://schemas.microsoft.com/office/powerpoint/2010/main" val="3151727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sz="2400" b="1" spc="-5" dirty="0">
                <a:solidFill>
                  <a:srgbClr val="FFFFFF"/>
                </a:solidFill>
                <a:latin typeface="Arial"/>
                <a:cs typeface="Arial"/>
              </a:rPr>
              <a:t>Recordando</a:t>
            </a:r>
            <a:r>
              <a:rPr sz="2400" b="1" spc="-45" dirty="0">
                <a:solidFill>
                  <a:srgbClr val="FFFFFF"/>
                </a:solidFill>
                <a:latin typeface="Arial"/>
                <a:cs typeface="Arial"/>
              </a:rPr>
              <a:t> </a:t>
            </a:r>
            <a:r>
              <a:rPr sz="2400" b="1" spc="-5" dirty="0">
                <a:solidFill>
                  <a:srgbClr val="FFFFFF"/>
                </a:solidFill>
                <a:latin typeface="Arial"/>
                <a:cs typeface="Arial"/>
              </a:rPr>
              <a:t>los</a:t>
            </a:r>
            <a:r>
              <a:rPr sz="2400" b="1" spc="-40" dirty="0">
                <a:solidFill>
                  <a:srgbClr val="FFFFFF"/>
                </a:solidFill>
                <a:latin typeface="Arial"/>
                <a:cs typeface="Arial"/>
              </a:rPr>
              <a:t> </a:t>
            </a:r>
            <a:r>
              <a:rPr sz="2400" b="1" spc="-5" dirty="0">
                <a:solidFill>
                  <a:srgbClr val="FFFFFF"/>
                </a:solidFill>
                <a:latin typeface="Arial"/>
                <a:cs typeface="Arial"/>
              </a:rPr>
              <a:t>aprendizajes</a:t>
            </a:r>
            <a:endParaRPr sz="2400" dirty="0">
              <a:latin typeface="Arial"/>
              <a:cs typeface="Arial"/>
            </a:endParaRPr>
          </a:p>
        </p:txBody>
      </p:sp>
      <p:pic>
        <p:nvPicPr>
          <p:cNvPr id="7" name="object 7">
            <a:extLst>
              <a:ext uri="{FF2B5EF4-FFF2-40B4-BE49-F238E27FC236}">
                <a16:creationId xmlns:a16="http://schemas.microsoft.com/office/drawing/2014/main" id="{9328E6EB-B063-4713-BFB4-0B0FA7721878}"/>
              </a:ext>
            </a:extLst>
          </p:cNvPr>
          <p:cNvPicPr/>
          <p:nvPr/>
        </p:nvPicPr>
        <p:blipFill>
          <a:blip r:embed="rId2" cstate="print"/>
          <a:stretch>
            <a:fillRect/>
          </a:stretch>
        </p:blipFill>
        <p:spPr>
          <a:xfrm>
            <a:off x="5723651" y="313451"/>
            <a:ext cx="524749" cy="524749"/>
          </a:xfrm>
          <a:prstGeom prst="rect">
            <a:avLst/>
          </a:prstGeom>
        </p:spPr>
      </p:pic>
      <p:pic>
        <p:nvPicPr>
          <p:cNvPr id="3" name="Imagen 2">
            <a:extLst>
              <a:ext uri="{FF2B5EF4-FFF2-40B4-BE49-F238E27FC236}">
                <a16:creationId xmlns:a16="http://schemas.microsoft.com/office/drawing/2014/main" id="{18185A41-83D6-7624-A286-1CE01A0046F3}"/>
              </a:ext>
            </a:extLst>
          </p:cNvPr>
          <p:cNvPicPr>
            <a:picLocks noChangeAspect="1"/>
          </p:cNvPicPr>
          <p:nvPr/>
        </p:nvPicPr>
        <p:blipFill>
          <a:blip r:embed="rId3"/>
          <a:stretch>
            <a:fillRect/>
          </a:stretch>
        </p:blipFill>
        <p:spPr>
          <a:xfrm>
            <a:off x="228600" y="1115472"/>
            <a:ext cx="10515600" cy="5132928"/>
          </a:xfrm>
          <a:prstGeom prst="rect">
            <a:avLst/>
          </a:prstGeom>
        </p:spPr>
      </p:pic>
    </p:spTree>
    <p:extLst>
      <p:ext uri="{BB962C8B-B14F-4D97-AF65-F5344CB8AC3E}">
        <p14:creationId xmlns:p14="http://schemas.microsoft.com/office/powerpoint/2010/main" val="4076998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Logro de la sesión</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9" name="CuadroTexto 8">
            <a:extLst>
              <a:ext uri="{FF2B5EF4-FFF2-40B4-BE49-F238E27FC236}">
                <a16:creationId xmlns:a16="http://schemas.microsoft.com/office/drawing/2014/main" id="{82A6F3E7-9979-4364-9955-A30A48479D96}"/>
              </a:ext>
            </a:extLst>
          </p:cNvPr>
          <p:cNvSpPr txBox="1"/>
          <p:nvPr/>
        </p:nvSpPr>
        <p:spPr>
          <a:xfrm>
            <a:off x="2552700" y="4332800"/>
            <a:ext cx="7086600" cy="3046988"/>
          </a:xfrm>
          <a:prstGeom prst="rect">
            <a:avLst/>
          </a:prstGeom>
          <a:noFill/>
        </p:spPr>
        <p:txBody>
          <a:bodyPr wrap="square">
            <a:spAutoFit/>
          </a:bodyPr>
          <a:lstStyle/>
          <a:p>
            <a:pPr algn="ctr"/>
            <a:r>
              <a:rPr lang="es-ES" sz="3200" spc="-5" dirty="0">
                <a:latin typeface="Arial MT"/>
                <a:cs typeface="Arial MT"/>
              </a:rPr>
              <a:t>Al final de la sesión el estudiante aplica patrones creacionales como </a:t>
            </a:r>
            <a:r>
              <a:rPr lang="es-ES" sz="3200" spc="-5" dirty="0" err="1">
                <a:latin typeface="Arial MT"/>
                <a:cs typeface="Arial MT"/>
              </a:rPr>
              <a:t>Singleton</a:t>
            </a:r>
            <a:r>
              <a:rPr lang="es-ES" sz="3200" spc="-5" dirty="0">
                <a:latin typeface="Arial MT"/>
                <a:cs typeface="Arial MT"/>
              </a:rPr>
              <a:t> y </a:t>
            </a:r>
            <a:r>
              <a:rPr lang="es-ES" sz="3200" spc="-5" dirty="0" err="1">
                <a:latin typeface="Arial MT"/>
                <a:cs typeface="Arial MT"/>
              </a:rPr>
              <a:t>Prototype</a:t>
            </a:r>
            <a:r>
              <a:rPr lang="es-ES" sz="3200" spc="-5" dirty="0">
                <a:latin typeface="Arial MT"/>
                <a:cs typeface="Arial MT"/>
              </a:rPr>
              <a:t> en un contexto definido</a:t>
            </a:r>
          </a:p>
          <a:p>
            <a:pPr algn="ctr"/>
            <a:endParaRPr lang="es-ES" sz="3200" spc="-5" dirty="0">
              <a:latin typeface="Arial MT"/>
              <a:cs typeface="Arial MT"/>
            </a:endParaRPr>
          </a:p>
          <a:p>
            <a:pPr algn="ctr"/>
            <a:r>
              <a:rPr lang="es-ES" sz="3200" spc="-5" dirty="0">
                <a:latin typeface="Arial MT"/>
                <a:cs typeface="Arial MT"/>
              </a:rPr>
              <a:t>.</a:t>
            </a:r>
            <a:endParaRPr lang="es-ES" sz="3200" dirty="0">
              <a:latin typeface="Arial MT"/>
              <a:cs typeface="Arial MT"/>
            </a:endParaRPr>
          </a:p>
        </p:txBody>
      </p:sp>
      <p:pic>
        <p:nvPicPr>
          <p:cNvPr id="11" name="object 6">
            <a:extLst>
              <a:ext uri="{FF2B5EF4-FFF2-40B4-BE49-F238E27FC236}">
                <a16:creationId xmlns:a16="http://schemas.microsoft.com/office/drawing/2014/main" id="{C7336562-8237-4C19-BF2E-C16CE9CE1CBF}"/>
              </a:ext>
            </a:extLst>
          </p:cNvPr>
          <p:cNvPicPr/>
          <p:nvPr/>
        </p:nvPicPr>
        <p:blipFill>
          <a:blip r:embed="rId2" cstate="print"/>
          <a:stretch>
            <a:fillRect/>
          </a:stretch>
        </p:blipFill>
        <p:spPr>
          <a:xfrm>
            <a:off x="5783622" y="292547"/>
            <a:ext cx="559075" cy="559062"/>
          </a:xfrm>
          <a:prstGeom prst="rect">
            <a:avLst/>
          </a:prstGeom>
        </p:spPr>
      </p:pic>
      <p:pic>
        <p:nvPicPr>
          <p:cNvPr id="3" name="Imagen 2">
            <a:extLst>
              <a:ext uri="{FF2B5EF4-FFF2-40B4-BE49-F238E27FC236}">
                <a16:creationId xmlns:a16="http://schemas.microsoft.com/office/drawing/2014/main" id="{6CF0A626-698C-FD39-0E6B-49CB6D2DBE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918" y="963606"/>
            <a:ext cx="11925300" cy="1841500"/>
          </a:xfrm>
          <a:prstGeom prst="rect">
            <a:avLst/>
          </a:prstGeom>
        </p:spPr>
      </p:pic>
      <p:pic>
        <p:nvPicPr>
          <p:cNvPr id="10" name="Imagen 9">
            <a:extLst>
              <a:ext uri="{FF2B5EF4-FFF2-40B4-BE49-F238E27FC236}">
                <a16:creationId xmlns:a16="http://schemas.microsoft.com/office/drawing/2014/main" id="{CB69ED86-9191-80F5-6339-50A3518A6C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918" y="2590800"/>
            <a:ext cx="11925300" cy="1638300"/>
          </a:xfrm>
          <a:prstGeom prst="rect">
            <a:avLst/>
          </a:prstGeom>
        </p:spPr>
      </p:pic>
    </p:spTree>
    <p:extLst>
      <p:ext uri="{BB962C8B-B14F-4D97-AF65-F5344CB8AC3E}">
        <p14:creationId xmlns:p14="http://schemas.microsoft.com/office/powerpoint/2010/main" val="1968228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Importancia de la sesión</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9" name="CuadroTexto 8">
            <a:extLst>
              <a:ext uri="{FF2B5EF4-FFF2-40B4-BE49-F238E27FC236}">
                <a16:creationId xmlns:a16="http://schemas.microsoft.com/office/drawing/2014/main" id="{82A6F3E7-9979-4364-9955-A30A48479D96}"/>
              </a:ext>
            </a:extLst>
          </p:cNvPr>
          <p:cNvSpPr txBox="1"/>
          <p:nvPr/>
        </p:nvSpPr>
        <p:spPr>
          <a:xfrm>
            <a:off x="1752600" y="1122202"/>
            <a:ext cx="8382000" cy="4893647"/>
          </a:xfrm>
          <a:prstGeom prst="rect">
            <a:avLst/>
          </a:prstGeom>
          <a:noFill/>
        </p:spPr>
        <p:txBody>
          <a:bodyPr wrap="square">
            <a:spAutoFit/>
          </a:bodyPr>
          <a:lstStyle/>
          <a:p>
            <a:pPr algn="ctr"/>
            <a:r>
              <a:rPr lang="es-ES" sz="2800" spc="-5" dirty="0">
                <a:latin typeface="Arial MT"/>
                <a:cs typeface="Arial MT"/>
              </a:rPr>
              <a:t>La instanciación de clases o la generación de objetos es el foco de estos patrones de diseño. Los patrones de creación de clases y los patrones de creación de objetos son dos subconjuntos de estos patrones. Mientras que los patrones de creación de clases hacen un buen uso de la herencia en el proceso de instanciación, los patrones de creación de objetos utilizan la delegación.</a:t>
            </a:r>
          </a:p>
          <a:p>
            <a:pPr algn="ctr"/>
            <a:r>
              <a:rPr lang="es-ES" sz="2800" spc="-5" dirty="0">
                <a:latin typeface="Arial MT"/>
                <a:cs typeface="Arial MT"/>
              </a:rPr>
              <a:t>Factory </a:t>
            </a:r>
            <a:r>
              <a:rPr lang="es-ES" sz="2800" spc="-5" dirty="0" err="1">
                <a:latin typeface="Arial MT"/>
                <a:cs typeface="Arial MT"/>
              </a:rPr>
              <a:t>Method</a:t>
            </a:r>
            <a:r>
              <a:rPr lang="es-ES" sz="2800" spc="-5" dirty="0">
                <a:latin typeface="Arial MT"/>
                <a:cs typeface="Arial MT"/>
              </a:rPr>
              <a:t>, </a:t>
            </a:r>
            <a:r>
              <a:rPr lang="es-ES" sz="2800" spc="-5" dirty="0" err="1">
                <a:latin typeface="Arial MT"/>
                <a:cs typeface="Arial MT"/>
              </a:rPr>
              <a:t>Abstract</a:t>
            </a:r>
            <a:r>
              <a:rPr lang="es-ES" sz="2800" spc="-5" dirty="0">
                <a:latin typeface="Arial MT"/>
                <a:cs typeface="Arial MT"/>
              </a:rPr>
              <a:t> Factory, </a:t>
            </a:r>
            <a:r>
              <a:rPr lang="es-ES" sz="2800" spc="-5" dirty="0" err="1">
                <a:latin typeface="Arial MT"/>
                <a:cs typeface="Arial MT"/>
              </a:rPr>
              <a:t>Builder</a:t>
            </a:r>
            <a:r>
              <a:rPr lang="es-ES" sz="2800" spc="-5" dirty="0">
                <a:latin typeface="Arial MT"/>
                <a:cs typeface="Arial MT"/>
              </a:rPr>
              <a:t>, </a:t>
            </a:r>
            <a:r>
              <a:rPr lang="es-ES" sz="2800" spc="-5" dirty="0" err="1">
                <a:latin typeface="Arial MT"/>
                <a:cs typeface="Arial MT"/>
              </a:rPr>
              <a:t>Singleton</a:t>
            </a:r>
            <a:r>
              <a:rPr lang="es-ES" sz="2800" spc="-5" dirty="0">
                <a:latin typeface="Arial MT"/>
                <a:cs typeface="Arial MT"/>
              </a:rPr>
              <a:t>, </a:t>
            </a:r>
            <a:r>
              <a:rPr lang="es-ES" sz="2800" spc="-5" dirty="0" err="1">
                <a:latin typeface="Arial MT"/>
                <a:cs typeface="Arial MT"/>
              </a:rPr>
              <a:t>Object</a:t>
            </a:r>
            <a:r>
              <a:rPr lang="es-ES" sz="2800" spc="-5" dirty="0">
                <a:latin typeface="Arial MT"/>
                <a:cs typeface="Arial MT"/>
              </a:rPr>
              <a:t> Pool y </a:t>
            </a:r>
            <a:r>
              <a:rPr lang="es-ES" sz="2800" spc="-5" dirty="0" err="1">
                <a:latin typeface="Arial MT"/>
                <a:cs typeface="Arial MT"/>
              </a:rPr>
              <a:t>Prototype</a:t>
            </a:r>
            <a:r>
              <a:rPr lang="es-ES" sz="2800" spc="-5" dirty="0">
                <a:latin typeface="Arial MT"/>
                <a:cs typeface="Arial MT"/>
              </a:rPr>
              <a:t> son patrones de diseño de creación</a:t>
            </a:r>
            <a:r>
              <a:rPr lang="es-ES" sz="3200" spc="-5" dirty="0">
                <a:latin typeface="Arial MT"/>
                <a:cs typeface="Arial MT"/>
              </a:rPr>
              <a:t>.</a:t>
            </a:r>
          </a:p>
        </p:txBody>
      </p:sp>
      <p:pic>
        <p:nvPicPr>
          <p:cNvPr id="12" name="object 10">
            <a:extLst>
              <a:ext uri="{FF2B5EF4-FFF2-40B4-BE49-F238E27FC236}">
                <a16:creationId xmlns:a16="http://schemas.microsoft.com/office/drawing/2014/main" id="{BD6947E1-33EA-4945-AA08-BDC665508EC5}"/>
              </a:ext>
            </a:extLst>
          </p:cNvPr>
          <p:cNvPicPr/>
          <p:nvPr/>
        </p:nvPicPr>
        <p:blipFill>
          <a:blip r:embed="rId2" cstate="print"/>
          <a:stretch>
            <a:fillRect/>
          </a:stretch>
        </p:blipFill>
        <p:spPr>
          <a:xfrm>
            <a:off x="5817875" y="304800"/>
            <a:ext cx="506725" cy="561823"/>
          </a:xfrm>
          <a:prstGeom prst="rect">
            <a:avLst/>
          </a:prstGeom>
        </p:spPr>
      </p:pic>
    </p:spTree>
    <p:extLst>
      <p:ext uri="{BB962C8B-B14F-4D97-AF65-F5344CB8AC3E}">
        <p14:creationId xmlns:p14="http://schemas.microsoft.com/office/powerpoint/2010/main" val="1418980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CD923E2-6C48-4276-9BEB-1846D11A67A4}"/>
              </a:ext>
            </a:extLst>
          </p:cNvPr>
          <p:cNvSpPr txBox="1"/>
          <p:nvPr/>
        </p:nvSpPr>
        <p:spPr>
          <a:xfrm>
            <a:off x="1966912" y="2890391"/>
            <a:ext cx="8258176" cy="2087751"/>
          </a:xfrm>
          <a:prstGeom prst="rect">
            <a:avLst/>
          </a:prstGeom>
          <a:solidFill>
            <a:srgbClr val="D1052D"/>
          </a:solidFill>
        </p:spPr>
        <p:style>
          <a:lnRef idx="1">
            <a:schemeClr val="accent4"/>
          </a:lnRef>
          <a:fillRef idx="2">
            <a:schemeClr val="accent4"/>
          </a:fillRef>
          <a:effectRef idx="1">
            <a:schemeClr val="accent4"/>
          </a:effectRef>
          <a:fontRef idx="minor">
            <a:schemeClr val="dk1"/>
          </a:fontRef>
        </p:style>
        <p:txBody>
          <a:bodyPr wrap="square">
            <a:spAutoFit/>
          </a:bodyPr>
          <a:lstStyle/>
          <a:p>
            <a:pPr marL="12700">
              <a:lnSpc>
                <a:spcPct val="100000"/>
              </a:lnSpc>
              <a:spcBef>
                <a:spcPts val="100"/>
              </a:spcBef>
            </a:pPr>
            <a:r>
              <a:rPr lang="es-ES" sz="3200" b="1" dirty="0">
                <a:solidFill>
                  <a:schemeClr val="bg1"/>
                </a:solidFill>
              </a:rPr>
              <a:t>Patrones Creacionales: </a:t>
            </a:r>
          </a:p>
          <a:p>
            <a:pPr marL="12700">
              <a:lnSpc>
                <a:spcPct val="100000"/>
              </a:lnSpc>
              <a:spcBef>
                <a:spcPts val="100"/>
              </a:spcBef>
            </a:pPr>
            <a:r>
              <a:rPr lang="es-ES" sz="3200" b="1" dirty="0">
                <a:solidFill>
                  <a:schemeClr val="bg1"/>
                </a:solidFill>
              </a:rPr>
              <a:t>Introducción a patrones creacionales. </a:t>
            </a:r>
          </a:p>
          <a:p>
            <a:pPr marL="12700">
              <a:lnSpc>
                <a:spcPct val="100000"/>
              </a:lnSpc>
              <a:spcBef>
                <a:spcPts val="100"/>
              </a:spcBef>
            </a:pPr>
            <a:r>
              <a:rPr lang="es-ES" sz="3200" b="1" dirty="0">
                <a:solidFill>
                  <a:schemeClr val="bg1"/>
                </a:solidFill>
              </a:rPr>
              <a:t>Patrón </a:t>
            </a:r>
            <a:r>
              <a:rPr lang="es-ES" sz="3200" b="1" dirty="0" err="1">
                <a:solidFill>
                  <a:schemeClr val="bg1"/>
                </a:solidFill>
              </a:rPr>
              <a:t>Singleton</a:t>
            </a:r>
            <a:r>
              <a:rPr lang="es-ES" sz="3200" b="1" dirty="0">
                <a:solidFill>
                  <a:schemeClr val="bg1"/>
                </a:solidFill>
              </a:rPr>
              <a:t>. Patrón </a:t>
            </a:r>
            <a:r>
              <a:rPr lang="es-ES" sz="3200" b="1" dirty="0" err="1">
                <a:solidFill>
                  <a:schemeClr val="bg1"/>
                </a:solidFill>
              </a:rPr>
              <a:t>Prototype</a:t>
            </a:r>
            <a:r>
              <a:rPr lang="es-ES" sz="3200" b="1" dirty="0">
                <a:solidFill>
                  <a:schemeClr val="bg1"/>
                </a:solidFill>
              </a:rPr>
              <a:t>.</a:t>
            </a:r>
          </a:p>
          <a:p>
            <a:pPr marL="12700">
              <a:lnSpc>
                <a:spcPct val="100000"/>
              </a:lnSpc>
              <a:spcBef>
                <a:spcPts val="100"/>
              </a:spcBef>
            </a:pPr>
            <a:endParaRPr lang="es-ES" sz="3200" b="1" dirty="0" err="1">
              <a:solidFill>
                <a:schemeClr val="bg1"/>
              </a:solidFill>
            </a:endParaRPr>
          </a:p>
        </p:txBody>
      </p:sp>
      <p:sp>
        <p:nvSpPr>
          <p:cNvPr id="7" name="CuadroTexto 6">
            <a:extLst>
              <a:ext uri="{FF2B5EF4-FFF2-40B4-BE49-F238E27FC236}">
                <a16:creationId xmlns:a16="http://schemas.microsoft.com/office/drawing/2014/main" id="{1452D0D8-40D1-4D69-8E9B-067B07521DBF}"/>
              </a:ext>
            </a:extLst>
          </p:cNvPr>
          <p:cNvSpPr txBox="1"/>
          <p:nvPr/>
        </p:nvSpPr>
        <p:spPr>
          <a:xfrm>
            <a:off x="4076700" y="1991427"/>
            <a:ext cx="4038600" cy="646331"/>
          </a:xfrm>
          <a:prstGeom prst="rect">
            <a:avLst/>
          </a:prstGeom>
          <a:noFill/>
        </p:spPr>
        <p:txBody>
          <a:bodyPr wrap="square">
            <a:spAutoFit/>
          </a:bodyPr>
          <a:lstStyle/>
          <a:p>
            <a:pPr marL="12700" algn="ctr">
              <a:lnSpc>
                <a:spcPct val="100000"/>
              </a:lnSpc>
              <a:spcBef>
                <a:spcPts val="100"/>
              </a:spcBef>
            </a:pPr>
            <a:r>
              <a:rPr lang="es-PE" sz="3600" b="1" spc="-25" dirty="0">
                <a:solidFill>
                  <a:srgbClr val="000000"/>
                </a:solidFill>
                <a:latin typeface="Arial"/>
                <a:cs typeface="Arial"/>
              </a:rPr>
              <a:t>SESIÓN N° 06:</a:t>
            </a:r>
            <a:endParaRPr lang="es-PE" sz="3600" b="1" spc="85" dirty="0">
              <a:solidFill>
                <a:srgbClr val="000000"/>
              </a:solidFill>
              <a:latin typeface="Arial"/>
              <a:cs typeface="Arial"/>
            </a:endParaRPr>
          </a:p>
        </p:txBody>
      </p:sp>
      <p:sp>
        <p:nvSpPr>
          <p:cNvPr id="8" name="object 4">
            <a:extLst>
              <a:ext uri="{FF2B5EF4-FFF2-40B4-BE49-F238E27FC236}">
                <a16:creationId xmlns:a16="http://schemas.microsoft.com/office/drawing/2014/main" id="{44A62F85-1502-4D7C-93F5-FDF5EB2D1026}"/>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9" name="object 6">
            <a:extLst>
              <a:ext uri="{FF2B5EF4-FFF2-40B4-BE49-F238E27FC236}">
                <a16:creationId xmlns:a16="http://schemas.microsoft.com/office/drawing/2014/main" id="{31BDD320-46CF-4CF8-8ED7-B9CC2CD22623}"/>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T</a:t>
            </a:r>
            <a:r>
              <a:rPr lang="es-PE" sz="2400" b="1" spc="-5" dirty="0" err="1">
                <a:solidFill>
                  <a:srgbClr val="FFFFFF"/>
                </a:solidFill>
                <a:latin typeface="Arial"/>
                <a:cs typeface="Arial"/>
              </a:rPr>
              <a:t>emario</a:t>
            </a:r>
            <a:endParaRPr lang="es-PE" sz="2400" dirty="0">
              <a:latin typeface="Arial"/>
              <a:cs typeface="Arial"/>
            </a:endParaRPr>
          </a:p>
        </p:txBody>
      </p:sp>
      <p:pic>
        <p:nvPicPr>
          <p:cNvPr id="10" name="object 7">
            <a:extLst>
              <a:ext uri="{FF2B5EF4-FFF2-40B4-BE49-F238E27FC236}">
                <a16:creationId xmlns:a16="http://schemas.microsoft.com/office/drawing/2014/main" id="{229EF982-4AD6-41B4-B055-812DA365FB4C}"/>
              </a:ext>
            </a:extLst>
          </p:cNvPr>
          <p:cNvPicPr/>
          <p:nvPr/>
        </p:nvPicPr>
        <p:blipFill>
          <a:blip r:embed="rId2" cstate="print"/>
          <a:stretch>
            <a:fillRect/>
          </a:stretch>
        </p:blipFill>
        <p:spPr>
          <a:xfrm>
            <a:off x="5723651" y="313451"/>
            <a:ext cx="524749" cy="524749"/>
          </a:xfrm>
          <a:prstGeom prst="rect">
            <a:avLst/>
          </a:prstGeom>
        </p:spPr>
      </p:pic>
      <p:sp>
        <p:nvSpPr>
          <p:cNvPr id="11" name="CuadroTexto 10">
            <a:extLst>
              <a:ext uri="{FF2B5EF4-FFF2-40B4-BE49-F238E27FC236}">
                <a16:creationId xmlns:a16="http://schemas.microsoft.com/office/drawing/2014/main" id="{25EB02CA-766A-4A3B-83E2-2CF011B7FD7D}"/>
              </a:ext>
            </a:extLst>
          </p:cNvPr>
          <p:cNvSpPr txBox="1"/>
          <p:nvPr/>
        </p:nvSpPr>
        <p:spPr>
          <a:xfrm>
            <a:off x="365760" y="973304"/>
            <a:ext cx="5357891" cy="400110"/>
          </a:xfrm>
          <a:prstGeom prst="rect">
            <a:avLst/>
          </a:prstGeom>
          <a:noFill/>
        </p:spPr>
        <p:txBody>
          <a:bodyPr wrap="square">
            <a:spAutoFit/>
          </a:bodyPr>
          <a:lstStyle/>
          <a:p>
            <a:r>
              <a:rPr lang="es-ES" sz="2000" b="1" spc="-5" dirty="0">
                <a:latin typeface="Arial"/>
                <a:cs typeface="Arial"/>
              </a:rPr>
              <a:t>¡Que no se te escape nada de tu clase!:</a:t>
            </a:r>
            <a:endParaRPr lang="es-ES" sz="2000" dirty="0">
              <a:latin typeface="Arial"/>
              <a:cs typeface="Arial"/>
            </a:endParaRPr>
          </a:p>
        </p:txBody>
      </p:sp>
    </p:spTree>
    <p:extLst>
      <p:ext uri="{BB962C8B-B14F-4D97-AF65-F5344CB8AC3E}">
        <p14:creationId xmlns:p14="http://schemas.microsoft.com/office/powerpoint/2010/main" val="3202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5" y="161029"/>
            <a:ext cx="6096000"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5262979"/>
          </a:xfrm>
          <a:prstGeom prst="rect">
            <a:avLst/>
          </a:prstGeom>
          <a:noFill/>
        </p:spPr>
        <p:txBody>
          <a:bodyPr wrap="square" rtlCol="0">
            <a:spAutoFit/>
          </a:bodyPr>
          <a:lstStyle/>
          <a:p>
            <a:r>
              <a:rPr lang="es-PE" sz="2400" dirty="0">
                <a:effectLst/>
                <a:latin typeface="Calibri" panose="020F0502020204030204" pitchFamily="34" charset="0"/>
                <a:ea typeface="Calibri" panose="020F0502020204030204" pitchFamily="34" charset="0"/>
                <a:cs typeface="Times New Roman" panose="02020603050405020304" pitchFamily="18" charset="0"/>
              </a:rPr>
              <a:t>Los patrones creacionales son un tipo de patrón de diseño que se enfocan en la creación de objetos. </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Estos patrones abstractizan el proceso de instanciación de objetos y ayudan a hacer el sistema independiente de cómo se crean, componen y representan los objetos.</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Los patrones creacionales permiten al sistema delegar la responsabilidad de creación a otros objetos, facilitando la flexibilidad y la reutilización del código.</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Los patrones creacionales más comunes son:</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a:t>
            </a:r>
          </a:p>
          <a:p>
            <a:r>
              <a:rPr lang="en-US" sz="2400" dirty="0">
                <a:effectLst/>
                <a:latin typeface="Calibri" panose="020F0502020204030204" pitchFamily="34" charset="0"/>
                <a:ea typeface="Calibri" panose="020F0502020204030204" pitchFamily="34" charset="0"/>
                <a:cs typeface="Times New Roman" panose="02020603050405020304" pitchFamily="18" charset="0"/>
              </a:rPr>
              <a:t>1. Singleton</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dirty="0">
                <a:effectLst/>
                <a:latin typeface="Calibri" panose="020F0502020204030204" pitchFamily="34" charset="0"/>
                <a:ea typeface="Calibri" panose="020F0502020204030204" pitchFamily="34" charset="0"/>
                <a:cs typeface="Times New Roman" panose="02020603050405020304" pitchFamily="18" charset="0"/>
              </a:rPr>
              <a:t>2. Prototype</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dirty="0">
                <a:effectLst/>
                <a:latin typeface="Calibri" panose="020F0502020204030204" pitchFamily="34" charset="0"/>
                <a:ea typeface="Calibri" panose="020F0502020204030204" pitchFamily="34" charset="0"/>
                <a:cs typeface="Times New Roman" panose="02020603050405020304" pitchFamily="18" charset="0"/>
              </a:rPr>
              <a:t>3. Factory Method</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dirty="0">
                <a:effectLst/>
                <a:latin typeface="Calibri" panose="020F0502020204030204" pitchFamily="34" charset="0"/>
                <a:ea typeface="Calibri" panose="020F0502020204030204" pitchFamily="34" charset="0"/>
                <a:cs typeface="Times New Roman" panose="02020603050405020304" pitchFamily="18" charset="0"/>
              </a:rPr>
              <a:t>4. Abstract Factory</a:t>
            </a:r>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a:p>
            <a:r>
              <a:rPr lang="es-PE" sz="2400" dirty="0">
                <a:effectLst/>
                <a:latin typeface="Calibri" panose="020F0502020204030204" pitchFamily="34" charset="0"/>
                <a:ea typeface="Calibri" panose="020F0502020204030204" pitchFamily="34" charset="0"/>
                <a:cs typeface="Times New Roman" panose="02020603050405020304" pitchFamily="18" charset="0"/>
              </a:rPr>
              <a:t>5. Builder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6877665"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caso de uso</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589934" y="530340"/>
            <a:ext cx="7922343" cy="6001643"/>
          </a:xfrm>
          <a:prstGeom prst="rect">
            <a:avLst/>
          </a:prstGeom>
          <a:noFill/>
        </p:spPr>
        <p:txBody>
          <a:bodyPr wrap="square" rtlCol="0">
            <a:spAutoFit/>
          </a:bodyPr>
          <a:lstStyle/>
          <a:p>
            <a:r>
              <a:rPr lang="es-PE" sz="2400" dirty="0">
                <a:effectLst/>
                <a:latin typeface="Calibri" panose="020F0502020204030204" pitchFamily="34" charset="0"/>
                <a:ea typeface="Calibri" panose="020F0502020204030204" pitchFamily="34" charset="0"/>
                <a:cs typeface="Times New Roman" panose="02020603050405020304" pitchFamily="18" charset="0"/>
              </a:rPr>
              <a:t>Supongamos que un programador desea crear una clase DBConnection simple para conectarse a una base de datos y necesita usar la base de datos desde el código en varios lugares.</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El desarrollador normalmente creará una instancia de la clase DBConnection y la usará para realizar operaciones de base de datos donde sea necesario. </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Como cada ejemplo de la clase DBConnection tiene una conexión diferente a la base de datos, se crean numerosas conexiones a la base de datos. </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Para solucionarlo, hacemos que la clase DBConnection sea una clase singleton, lo que significa que solo se genera una instancia de DBConnection y solo se realiza una conexión. </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Podemos controlar el equilibrio de carga, las conexiones redundantes, etc., ya que podemos administrar DBConnection desde una sola instancia.</a:t>
            </a:r>
          </a:p>
        </p:txBody>
      </p:sp>
      <p:pic>
        <p:nvPicPr>
          <p:cNvPr id="3" name="Imagen 2">
            <a:extLst>
              <a:ext uri="{FF2B5EF4-FFF2-40B4-BE49-F238E27FC236}">
                <a16:creationId xmlns:a16="http://schemas.microsoft.com/office/drawing/2014/main" id="{AC4CB4E1-15D6-E911-6201-C4A0795EA797}"/>
              </a:ext>
            </a:extLst>
          </p:cNvPr>
          <p:cNvPicPr>
            <a:picLocks noChangeAspect="1"/>
          </p:cNvPicPr>
          <p:nvPr/>
        </p:nvPicPr>
        <p:blipFill>
          <a:blip r:embed="rId4"/>
          <a:stretch>
            <a:fillRect/>
          </a:stretch>
        </p:blipFill>
        <p:spPr>
          <a:xfrm>
            <a:off x="8686800" y="1066800"/>
            <a:ext cx="3225800" cy="4343400"/>
          </a:xfrm>
          <a:prstGeom prst="rect">
            <a:avLst/>
          </a:prstGeom>
        </p:spPr>
      </p:pic>
    </p:spTree>
    <p:extLst>
      <p:ext uri="{BB962C8B-B14F-4D97-AF65-F5344CB8AC3E}">
        <p14:creationId xmlns:p14="http://schemas.microsoft.com/office/powerpoint/2010/main" val="2777623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6877665"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Singleton</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4524315"/>
          </a:xfrm>
          <a:prstGeom prst="rect">
            <a:avLst/>
          </a:prstGeom>
          <a:noFill/>
        </p:spPr>
        <p:txBody>
          <a:bodyPr wrap="square" rtlCol="0">
            <a:spAutoFit/>
          </a:bodyPr>
          <a:lstStyle/>
          <a:p>
            <a:r>
              <a:rPr lang="es-PE" sz="2400" dirty="0">
                <a:effectLst/>
                <a:latin typeface="Calibri" panose="020F0502020204030204" pitchFamily="34" charset="0"/>
                <a:ea typeface="Calibri" panose="020F0502020204030204" pitchFamily="34" charset="0"/>
                <a:cs typeface="Times New Roman" panose="02020603050405020304" pitchFamily="18" charset="0"/>
              </a:rPr>
              <a:t>El patrón Singleton es un patrón de diseño de creación y uno de los patrones de diseño más fundamentales que podemos utilizar. </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Es un método para proporcionar un único objeto de un tipo particular. Simplemente se necesita una clase para definir métodos e identificar objetos.</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Según el patrón Singleton, “crea una clase que tenga una única instancia y proporcione un punto de acceso global”.</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En otras palabras, una clase debe garantizar que se cree una única instancia y que todas las demás clases puedan acceder a un único objeto.</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El patrón de diseño Singleton se presenta en dos variedades.</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Instanciación temprana: la construcción de una instancia en el momento de la carga.</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Instanciación perezosa: creación de instancias solo cuando es necesario.</a:t>
            </a:r>
          </a:p>
        </p:txBody>
      </p:sp>
    </p:spTree>
    <p:extLst>
      <p:ext uri="{BB962C8B-B14F-4D97-AF65-F5344CB8AC3E}">
        <p14:creationId xmlns:p14="http://schemas.microsoft.com/office/powerpoint/2010/main" val="2406528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6877665"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Singleton</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6186309"/>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El patrón Singleton asegura que una clase tenga solo una instancia y proporciona un punto de acceso global a dicha instancia. Es útil cuando se necesita exactamente un objeto para coordinar acciones en todo el sistema.</a:t>
            </a:r>
          </a:p>
          <a:p>
            <a:r>
              <a:rPr lang="es-PE" dirty="0">
                <a:effectLst/>
                <a:latin typeface="Calibri" panose="020F0502020204030204" pitchFamily="34" charset="0"/>
                <a:ea typeface="Calibri" panose="020F0502020204030204" pitchFamily="34" charset="0"/>
                <a:cs typeface="Times New Roman" panose="02020603050405020304" pitchFamily="18" charset="0"/>
              </a:rPr>
              <a:t>#### Implementación en Java</a:t>
            </a:r>
          </a:p>
          <a:p>
            <a:r>
              <a:rPr lang="es-PE" dirty="0">
                <a:effectLst/>
                <a:latin typeface="Calibri" panose="020F0502020204030204" pitchFamily="34" charset="0"/>
                <a:ea typeface="Calibri" panose="020F0502020204030204" pitchFamily="34" charset="0"/>
                <a:cs typeface="Times New Roman" panose="02020603050405020304" pitchFamily="18" charset="0"/>
              </a:rPr>
              <a:t>public class Singleton {</a:t>
            </a:r>
          </a:p>
          <a:p>
            <a:r>
              <a:rPr lang="es-PE" dirty="0">
                <a:effectLst/>
                <a:latin typeface="Calibri" panose="020F0502020204030204" pitchFamily="34" charset="0"/>
                <a:ea typeface="Calibri" panose="020F0502020204030204" pitchFamily="34" charset="0"/>
                <a:cs typeface="Times New Roman" panose="02020603050405020304" pitchFamily="18" charset="0"/>
              </a:rPr>
              <a:t>    // Instancia única de la clase</a:t>
            </a:r>
          </a:p>
          <a:p>
            <a:r>
              <a:rPr lang="es-PE" dirty="0">
                <a:effectLst/>
                <a:latin typeface="Calibri" panose="020F0502020204030204" pitchFamily="34" charset="0"/>
                <a:ea typeface="Calibri" panose="020F0502020204030204" pitchFamily="34" charset="0"/>
                <a:cs typeface="Times New Roman" panose="02020603050405020304" pitchFamily="18" charset="0"/>
              </a:rPr>
              <a:t>    private static Singleton instance;</a:t>
            </a:r>
          </a:p>
          <a:p>
            <a:r>
              <a:rPr lang="es-PE" dirty="0">
                <a:effectLst/>
                <a:latin typeface="Calibri" panose="020F0502020204030204" pitchFamily="34" charset="0"/>
                <a:ea typeface="Calibri" panose="020F0502020204030204" pitchFamily="34" charset="0"/>
                <a:cs typeface="Times New Roman" panose="02020603050405020304" pitchFamily="18" charset="0"/>
              </a:rPr>
              <a:t>    // Constructor privado para evitar instanciación directa</a:t>
            </a:r>
          </a:p>
          <a:p>
            <a:r>
              <a:rPr lang="es-PE" dirty="0">
                <a:effectLst/>
                <a:latin typeface="Calibri" panose="020F0502020204030204" pitchFamily="34" charset="0"/>
                <a:ea typeface="Calibri" panose="020F0502020204030204" pitchFamily="34" charset="0"/>
                <a:cs typeface="Times New Roman" panose="02020603050405020304" pitchFamily="18" charset="0"/>
              </a:rPr>
              <a:t>    private Singleton() {}</a:t>
            </a:r>
          </a:p>
          <a:p>
            <a:r>
              <a:rPr lang="es-PE" dirty="0">
                <a:effectLst/>
                <a:latin typeface="Calibri" panose="020F0502020204030204" pitchFamily="34" charset="0"/>
                <a:ea typeface="Calibri" panose="020F0502020204030204" pitchFamily="34" charset="0"/>
                <a:cs typeface="Times New Roman" panose="02020603050405020304" pitchFamily="18" charset="0"/>
              </a:rPr>
              <a:t>    // Método público para obtener la instancia única</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static Singleton getInstance() {</a:t>
            </a:r>
          </a:p>
          <a:p>
            <a:r>
              <a:rPr lang="es-PE" dirty="0">
                <a:effectLst/>
                <a:latin typeface="Calibri" panose="020F0502020204030204" pitchFamily="34" charset="0"/>
                <a:ea typeface="Calibri" panose="020F0502020204030204" pitchFamily="34" charset="0"/>
                <a:cs typeface="Times New Roman" panose="02020603050405020304" pitchFamily="18" charset="0"/>
              </a:rPr>
              <a:t>        if (instance == null) {</a:t>
            </a:r>
          </a:p>
          <a:p>
            <a:r>
              <a:rPr lang="es-PE" dirty="0">
                <a:effectLst/>
                <a:latin typeface="Calibri" panose="020F0502020204030204" pitchFamily="34" charset="0"/>
                <a:ea typeface="Calibri" panose="020F0502020204030204" pitchFamily="34" charset="0"/>
                <a:cs typeface="Times New Roman" panose="02020603050405020304" pitchFamily="18" charset="0"/>
              </a:rPr>
              <a:t>            instance = new Singleton();</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return instance;</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3" name="Imagen 2">
            <a:extLst>
              <a:ext uri="{FF2B5EF4-FFF2-40B4-BE49-F238E27FC236}">
                <a16:creationId xmlns:a16="http://schemas.microsoft.com/office/drawing/2014/main" id="{8F8E666E-9385-A4C9-747D-BB04FB141A9B}"/>
              </a:ext>
            </a:extLst>
          </p:cNvPr>
          <p:cNvPicPr>
            <a:picLocks noChangeAspect="1"/>
          </p:cNvPicPr>
          <p:nvPr/>
        </p:nvPicPr>
        <p:blipFill>
          <a:blip r:embed="rId4"/>
          <a:stretch>
            <a:fillRect/>
          </a:stretch>
        </p:blipFill>
        <p:spPr>
          <a:xfrm>
            <a:off x="7108389" y="2661104"/>
            <a:ext cx="4622360" cy="2470150"/>
          </a:xfrm>
          <a:prstGeom prst="rect">
            <a:avLst/>
          </a:prstGeom>
        </p:spPr>
      </p:pic>
    </p:spTree>
    <p:extLst>
      <p:ext uri="{BB962C8B-B14F-4D97-AF65-F5344CB8AC3E}">
        <p14:creationId xmlns:p14="http://schemas.microsoft.com/office/powerpoint/2010/main" val="4193113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8173066" cy="1107955"/>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Singleton – Ventajas y desventajas</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0" y="152400"/>
            <a:ext cx="2563759"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617643" y="948690"/>
            <a:ext cx="11113106" cy="5909310"/>
          </a:xfrm>
          <a:prstGeom prst="rect">
            <a:avLst/>
          </a:prstGeom>
          <a:noFill/>
        </p:spPr>
        <p:txBody>
          <a:bodyPr wrap="square" rtlCol="0">
            <a:spAutoFit/>
          </a:bodyPr>
          <a:lstStyle/>
          <a:p>
            <a:r>
              <a:rPr lang="es-PE" sz="2000" dirty="0">
                <a:effectLst/>
                <a:latin typeface="Calibri" panose="020F0502020204030204" pitchFamily="34" charset="0"/>
                <a:ea typeface="Calibri" panose="020F0502020204030204" pitchFamily="34" charset="0"/>
                <a:cs typeface="Times New Roman" panose="02020603050405020304" pitchFamily="18" charset="0"/>
              </a:rPr>
              <a:t>Ventajas</a:t>
            </a:r>
          </a:p>
          <a:p>
            <a:r>
              <a:rPr lang="es-PE" sz="2000" dirty="0">
                <a:effectLst/>
                <a:latin typeface="Calibri" panose="020F0502020204030204" pitchFamily="34" charset="0"/>
                <a:ea typeface="Calibri" panose="020F0502020204030204" pitchFamily="34" charset="0"/>
                <a:cs typeface="Times New Roman" panose="02020603050405020304" pitchFamily="18" charset="0"/>
              </a:rPr>
              <a:t>Inicializaciones: Un objeto generado por el Patrón Singleton solo se inicializa la primera vez que se lo solicita.</a:t>
            </a:r>
          </a:p>
          <a:p>
            <a:endParaRPr lang="es-PE" sz="2000" dirty="0">
              <a:effectLst/>
              <a:latin typeface="Calibri" panose="020F0502020204030204" pitchFamily="34" charset="0"/>
              <a:ea typeface="Calibri" panose="020F0502020204030204" pitchFamily="34" charset="0"/>
              <a:cs typeface="Times New Roman" panose="02020603050405020304" pitchFamily="18" charset="0"/>
            </a:endParaRPr>
          </a:p>
          <a:p>
            <a:r>
              <a:rPr lang="es-PE" sz="2000" dirty="0">
                <a:effectLst/>
                <a:latin typeface="Calibri" panose="020F0502020204030204" pitchFamily="34" charset="0"/>
                <a:ea typeface="Calibri" panose="020F0502020204030204" pitchFamily="34" charset="0"/>
                <a:cs typeface="Times New Roman" panose="02020603050405020304" pitchFamily="18" charset="0"/>
              </a:rPr>
              <a:t>Obtención de acceso al objeto: Obtuvimos acceso global a la instancia del objeto.</a:t>
            </a:r>
          </a:p>
          <a:p>
            <a:endParaRPr lang="es-PE" sz="2000" dirty="0">
              <a:effectLst/>
              <a:latin typeface="Calibri" panose="020F0502020204030204" pitchFamily="34" charset="0"/>
              <a:ea typeface="Calibri" panose="020F0502020204030204" pitchFamily="34" charset="0"/>
              <a:cs typeface="Times New Roman" panose="02020603050405020304" pitchFamily="18" charset="0"/>
            </a:endParaRPr>
          </a:p>
          <a:p>
            <a:r>
              <a:rPr lang="es-PE" sz="2000" dirty="0">
                <a:effectLst/>
                <a:latin typeface="Calibri" panose="020F0502020204030204" pitchFamily="34" charset="0"/>
                <a:ea typeface="Calibri" panose="020F0502020204030204" pitchFamily="34" charset="0"/>
                <a:cs typeface="Times New Roman" panose="02020603050405020304" pitchFamily="18" charset="0"/>
              </a:rPr>
              <a:t>Cantidad de ocurrencias: Las clases que usan el Método Singleton solo pueden tener una instancia.</a:t>
            </a:r>
          </a:p>
          <a:p>
            <a:endParaRPr lang="es-PE" sz="2000" dirty="0">
              <a:effectLst/>
              <a:latin typeface="Calibri" panose="020F0502020204030204" pitchFamily="34" charset="0"/>
              <a:ea typeface="Calibri" panose="020F0502020204030204" pitchFamily="34" charset="0"/>
              <a:cs typeface="Times New Roman" panose="02020603050405020304" pitchFamily="18" charset="0"/>
            </a:endParaRPr>
          </a:p>
          <a:p>
            <a:r>
              <a:rPr lang="es-PE" sz="2000" dirty="0">
                <a:effectLst/>
                <a:latin typeface="Calibri" panose="020F0502020204030204" pitchFamily="34" charset="0"/>
                <a:ea typeface="Calibri" panose="020F0502020204030204" pitchFamily="34" charset="0"/>
                <a:cs typeface="Times New Roman" panose="02020603050405020304" pitchFamily="18" charset="0"/>
              </a:rPr>
              <a:t>Desventajas</a:t>
            </a:r>
          </a:p>
          <a:p>
            <a:r>
              <a:rPr lang="es-PE" sz="2000" dirty="0">
                <a:effectLst/>
                <a:latin typeface="Calibri" panose="020F0502020204030204" pitchFamily="34" charset="0"/>
                <a:ea typeface="Calibri" panose="020F0502020204030204" pitchFamily="34" charset="0"/>
                <a:cs typeface="Times New Roman" panose="02020603050405020304" pitchFamily="18" charset="0"/>
              </a:rPr>
              <a:t>Un entorno con múltiples subprocesos: resulta complicado utilizar el patrón Singleton en un entorno de múltiples subprocesos porque debemos asegurarnos de que el multiproceso no construya el objeto Singleton varias veces.</a:t>
            </a:r>
          </a:p>
          <a:p>
            <a:endParaRPr lang="es-PE" sz="2000" dirty="0">
              <a:effectLst/>
              <a:latin typeface="Calibri" panose="020F0502020204030204" pitchFamily="34" charset="0"/>
              <a:ea typeface="Calibri" panose="020F0502020204030204" pitchFamily="34" charset="0"/>
              <a:cs typeface="Times New Roman" panose="02020603050405020304" pitchFamily="18" charset="0"/>
            </a:endParaRPr>
          </a:p>
          <a:p>
            <a:r>
              <a:rPr lang="es-PE" sz="2000" dirty="0">
                <a:effectLst/>
                <a:latin typeface="Calibri" panose="020F0502020204030204" pitchFamily="34" charset="0"/>
                <a:ea typeface="Calibri" panose="020F0502020204030204" pitchFamily="34" charset="0"/>
                <a:cs typeface="Times New Roman" panose="02020603050405020304" pitchFamily="18" charset="0"/>
              </a:rPr>
              <a:t>Principio de responsabilidad exclusiva: debido a que la técnica Singleton resuelve dos problemas a la vez, viola la idea de responsabilidad única.</a:t>
            </a:r>
          </a:p>
          <a:p>
            <a:endParaRPr lang="es-PE" sz="2000" dirty="0">
              <a:effectLst/>
              <a:latin typeface="Calibri" panose="020F0502020204030204" pitchFamily="34" charset="0"/>
              <a:ea typeface="Calibri" panose="020F0502020204030204" pitchFamily="34" charset="0"/>
              <a:cs typeface="Times New Roman" panose="02020603050405020304" pitchFamily="18" charset="0"/>
            </a:endParaRPr>
          </a:p>
          <a:p>
            <a:r>
              <a:rPr lang="es-PE" sz="2000" dirty="0">
                <a:effectLst/>
                <a:latin typeface="Calibri" panose="020F0502020204030204" pitchFamily="34" charset="0"/>
                <a:ea typeface="Calibri" panose="020F0502020204030204" pitchFamily="34" charset="0"/>
                <a:cs typeface="Times New Roman" panose="02020603050405020304" pitchFamily="18" charset="0"/>
              </a:rPr>
              <a:t>Procedimiento para pruebas unitarias: debido a que agregan un estado global al programa, las pruebas unitarias se vuelven muy difíciles.</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50605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8173066"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Ejemplo Java</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0" y="152400"/>
            <a:ext cx="2563759"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539447" y="530340"/>
            <a:ext cx="11113106" cy="5355312"/>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public class Singleton {</a:t>
            </a:r>
          </a:p>
          <a:p>
            <a:r>
              <a:rPr lang="es-PE" dirty="0">
                <a:effectLst/>
                <a:latin typeface="Calibri" panose="020F0502020204030204" pitchFamily="34" charset="0"/>
                <a:ea typeface="Calibri" panose="020F0502020204030204" pitchFamily="34" charset="0"/>
                <a:cs typeface="Times New Roman" panose="02020603050405020304" pitchFamily="18" charset="0"/>
              </a:rPr>
              <a:t>    // Crear una instancia estática de la clase Singleton</a:t>
            </a:r>
          </a:p>
          <a:p>
            <a:r>
              <a:rPr lang="es-PE" dirty="0">
                <a:effectLst/>
                <a:latin typeface="Calibri" panose="020F0502020204030204" pitchFamily="34" charset="0"/>
                <a:ea typeface="Calibri" panose="020F0502020204030204" pitchFamily="34" charset="0"/>
                <a:cs typeface="Times New Roman" panose="02020603050405020304" pitchFamily="18" charset="0"/>
              </a:rPr>
              <a:t>    private static Singleton uniqueInstance;</a:t>
            </a:r>
          </a:p>
          <a:p>
            <a:r>
              <a:rPr lang="es-PE" dirty="0">
                <a:effectLst/>
                <a:latin typeface="Calibri" panose="020F0502020204030204" pitchFamily="34" charset="0"/>
                <a:ea typeface="Calibri" panose="020F0502020204030204" pitchFamily="34" charset="0"/>
                <a:cs typeface="Times New Roman" panose="02020603050405020304" pitchFamily="18" charset="0"/>
              </a:rPr>
              <a:t>    // Constructor privado para evitar la instanciación externa</a:t>
            </a:r>
          </a:p>
          <a:p>
            <a:r>
              <a:rPr lang="es-PE" dirty="0">
                <a:effectLst/>
                <a:latin typeface="Calibri" panose="020F0502020204030204" pitchFamily="34" charset="0"/>
                <a:ea typeface="Calibri" panose="020F0502020204030204" pitchFamily="34" charset="0"/>
                <a:cs typeface="Times New Roman" panose="02020603050405020304" pitchFamily="18" charset="0"/>
              </a:rPr>
              <a:t>    private Singleton() {</a:t>
            </a:r>
          </a:p>
          <a:p>
            <a:r>
              <a:rPr lang="es-PE" dirty="0">
                <a:effectLst/>
                <a:latin typeface="Calibri" panose="020F0502020204030204" pitchFamily="34" charset="0"/>
                <a:ea typeface="Calibri" panose="020F0502020204030204" pitchFamily="34" charset="0"/>
                <a:cs typeface="Times New Roman" panose="02020603050405020304" pitchFamily="18" charset="0"/>
              </a:rPr>
              <a:t>        // Código de inicialización</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 Método público para obtener la única instancia de la clase</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static Singleton getInstance() {</a:t>
            </a:r>
          </a:p>
          <a:p>
            <a:r>
              <a:rPr lang="es-PE" dirty="0">
                <a:effectLst/>
                <a:latin typeface="Calibri" panose="020F0502020204030204" pitchFamily="34" charset="0"/>
                <a:ea typeface="Calibri" panose="020F0502020204030204" pitchFamily="34" charset="0"/>
                <a:cs typeface="Times New Roman" panose="02020603050405020304" pitchFamily="18" charset="0"/>
              </a:rPr>
              <a:t>        if (uniqueInstance == null) {</a:t>
            </a:r>
          </a:p>
          <a:p>
            <a:r>
              <a:rPr lang="es-PE" dirty="0">
                <a:effectLst/>
                <a:latin typeface="Calibri" panose="020F0502020204030204" pitchFamily="34" charset="0"/>
                <a:ea typeface="Calibri" panose="020F0502020204030204" pitchFamily="34" charset="0"/>
                <a:cs typeface="Times New Roman" panose="02020603050405020304" pitchFamily="18" charset="0"/>
              </a:rPr>
              <a:t>            uniqueInstance = new Singleton();</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return uniqueInstance;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 Método de ejemplo</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void showMessage() {</a:t>
            </a:r>
          </a:p>
          <a:p>
            <a:r>
              <a:rPr lang="es-PE" dirty="0">
                <a:effectLst/>
                <a:latin typeface="Calibri" panose="020F0502020204030204" pitchFamily="34" charset="0"/>
                <a:ea typeface="Calibri" panose="020F0502020204030204" pitchFamily="34" charset="0"/>
                <a:cs typeface="Times New Roman" panose="02020603050405020304" pitchFamily="18" charset="0"/>
              </a:rPr>
              <a:t>        System.out.println("Hello World from Singleton!");</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3" name="CuadroTexto 2">
            <a:extLst>
              <a:ext uri="{FF2B5EF4-FFF2-40B4-BE49-F238E27FC236}">
                <a16:creationId xmlns:a16="http://schemas.microsoft.com/office/drawing/2014/main" id="{29427A04-CC2D-9F21-8CD0-43252E2F3FED}"/>
              </a:ext>
            </a:extLst>
          </p:cNvPr>
          <p:cNvSpPr txBox="1"/>
          <p:nvPr/>
        </p:nvSpPr>
        <p:spPr>
          <a:xfrm>
            <a:off x="6761898" y="1924425"/>
            <a:ext cx="4876800" cy="3416320"/>
          </a:xfrm>
          <a:prstGeom prst="rect">
            <a:avLst/>
          </a:prstGeom>
          <a:noFill/>
        </p:spPr>
        <p:txBody>
          <a:bodyPr wrap="square" rtlCol="0">
            <a:spAutoFit/>
          </a:bodyPr>
          <a:lstStyle/>
          <a:p>
            <a:r>
              <a:rPr lang="es-PE" dirty="0"/>
              <a:t>// Clase de demostración para probar el patrón Singleton</a:t>
            </a:r>
          </a:p>
          <a:p>
            <a:r>
              <a:rPr lang="es-PE" dirty="0"/>
              <a:t>public class SingletonDemo {</a:t>
            </a:r>
          </a:p>
          <a:p>
            <a:r>
              <a:rPr lang="es-PE" dirty="0"/>
              <a:t>    public static void main(String[] args) {</a:t>
            </a:r>
          </a:p>
          <a:p>
            <a:r>
              <a:rPr lang="es-PE" dirty="0"/>
              <a:t>        // Obtener la única instancia de Singleton</a:t>
            </a:r>
          </a:p>
          <a:p>
            <a:r>
              <a:rPr lang="es-PE" dirty="0"/>
              <a:t>        Singleton singleton = Singleton.getInstance();</a:t>
            </a:r>
          </a:p>
          <a:p>
            <a:r>
              <a:rPr lang="es-PE" dirty="0"/>
              <a:t>        // Llamar al método de la instancia Singleton</a:t>
            </a:r>
          </a:p>
          <a:p>
            <a:r>
              <a:rPr lang="es-PE" dirty="0"/>
              <a:t>        singleton.showMessage();</a:t>
            </a:r>
          </a:p>
          <a:p>
            <a:r>
              <a:rPr lang="es-PE" dirty="0"/>
              <a:t>    }</a:t>
            </a:r>
          </a:p>
          <a:p>
            <a:r>
              <a:rPr lang="es-PE" dirty="0"/>
              <a:t>}</a:t>
            </a:r>
          </a:p>
          <a:p>
            <a:endParaRPr lang="es-PE" dirty="0"/>
          </a:p>
          <a:p>
            <a:endParaRPr lang="es-PE" dirty="0"/>
          </a:p>
        </p:txBody>
      </p:sp>
    </p:spTree>
    <p:extLst>
      <p:ext uri="{BB962C8B-B14F-4D97-AF65-F5344CB8AC3E}">
        <p14:creationId xmlns:p14="http://schemas.microsoft.com/office/powerpoint/2010/main" val="268305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8173066"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Ejemplo Java</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0" y="152400"/>
            <a:ext cx="2563759"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539447" y="530340"/>
            <a:ext cx="11113106" cy="6001643"/>
          </a:xfrm>
          <a:prstGeom prst="rect">
            <a:avLst/>
          </a:prstGeom>
          <a:noFill/>
        </p:spPr>
        <p:txBody>
          <a:bodyPr wrap="square" rtlCol="0">
            <a:spAutoFit/>
          </a:bodyPr>
          <a:lstStyle/>
          <a:p>
            <a:r>
              <a:rPr lang="es-PE" sz="2400" dirty="0">
                <a:effectLst/>
                <a:latin typeface="Calibri" panose="020F0502020204030204" pitchFamily="34" charset="0"/>
                <a:ea typeface="Calibri" panose="020F0502020204030204" pitchFamily="34" charset="0"/>
                <a:cs typeface="Times New Roman" panose="02020603050405020304" pitchFamily="18" charset="0"/>
              </a:rPr>
              <a:t>Explicación:</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1. **`Singleton` class**:</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 **Instancia única**: La variable `uniqueInstance` se declara como `private static` para asegurar que solo haya una instancia de la clase.</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 **Constructor privado**: El constructor es privado para prevenir la creación de nuevas instancias desde fuera de la clase.</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 **Método `getInstance`**: Este método proporciona un punto de acceso global a la única instancia de la clase. Si la instancia no existe, se crea; si ya existe, se devuelve la instancia existente.</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 **Método `showMessage`**: Un método de ejemplo que imprime un mensaje.</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2. **`SingletonDemo` class**:</a:t>
            </a:r>
          </a:p>
          <a:p>
            <a:r>
              <a:rPr lang="es-PE" sz="2400" dirty="0">
                <a:effectLst/>
                <a:latin typeface="Calibri" panose="020F0502020204030204" pitchFamily="34" charset="0"/>
                <a:ea typeface="Calibri" panose="020F0502020204030204" pitchFamily="34" charset="0"/>
                <a:cs typeface="Times New Roman" panose="02020603050405020304" pitchFamily="18" charset="0"/>
              </a:rPr>
              <a:t>    - **`main` method**: Este método obtiene la única instancia de `Singleton` usando el método `getInstance` y llama al método `showMessage` para demostrar su uso.</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07709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6877665"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Prototype</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6278642"/>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El patrón Prototype se usa para crear nuevos objetos copiando una instancia existente, conocida como prototipo. Este patrón es útil cuando la creación directa de un objeto es costosa o compleja.</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r>
              <a:rPr lang="es-PE" dirty="0">
                <a:effectLst/>
                <a:latin typeface="Calibri" panose="020F0502020204030204" pitchFamily="34" charset="0"/>
                <a:ea typeface="Calibri" panose="020F0502020204030204" pitchFamily="34" charset="0"/>
                <a:cs typeface="Times New Roman" panose="02020603050405020304" pitchFamily="18" charset="0"/>
              </a:rPr>
              <a:t>Implementación en Java</a:t>
            </a:r>
          </a:p>
          <a:p>
            <a:r>
              <a:rPr lang="es-PE" dirty="0">
                <a:effectLst/>
                <a:latin typeface="Calibri" panose="020F0502020204030204" pitchFamily="34" charset="0"/>
                <a:ea typeface="Calibri" panose="020F0502020204030204" pitchFamily="34" charset="0"/>
                <a:cs typeface="Times New Roman" panose="02020603050405020304" pitchFamily="18" charset="0"/>
              </a:rPr>
              <a:t>public class Prototype implements Cloneable {</a:t>
            </a:r>
          </a:p>
          <a:p>
            <a:r>
              <a:rPr lang="es-PE" dirty="0">
                <a:effectLst/>
                <a:latin typeface="Calibri" panose="020F0502020204030204" pitchFamily="34" charset="0"/>
                <a:ea typeface="Calibri" panose="020F0502020204030204" pitchFamily="34" charset="0"/>
                <a:cs typeface="Times New Roman" panose="02020603050405020304" pitchFamily="18" charset="0"/>
              </a:rPr>
              <a:t>    private String attribute;</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Prototype(String attribute) {</a:t>
            </a:r>
          </a:p>
          <a:p>
            <a:r>
              <a:rPr lang="es-PE" dirty="0">
                <a:effectLst/>
                <a:latin typeface="Calibri" panose="020F0502020204030204" pitchFamily="34" charset="0"/>
                <a:ea typeface="Calibri" panose="020F0502020204030204" pitchFamily="34" charset="0"/>
                <a:cs typeface="Times New Roman" panose="02020603050405020304" pitchFamily="18" charset="0"/>
              </a:rPr>
              <a:t>       this.attribute = attribute;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 Método para clonar el objeto</a:t>
            </a:r>
          </a:p>
          <a:p>
            <a:r>
              <a:rPr lang="es-PE" dirty="0">
                <a:effectLst/>
                <a:latin typeface="Calibri" panose="020F0502020204030204" pitchFamily="34" charset="0"/>
                <a:ea typeface="Calibri" panose="020F0502020204030204" pitchFamily="34" charset="0"/>
                <a:cs typeface="Times New Roman" panose="02020603050405020304" pitchFamily="18" charset="0"/>
              </a:rPr>
              <a:t>    @Override</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Prototype clone() throws CloneNotSupportedException {</a:t>
            </a:r>
          </a:p>
          <a:p>
            <a:r>
              <a:rPr lang="es-PE" dirty="0">
                <a:effectLst/>
                <a:latin typeface="Calibri" panose="020F0502020204030204" pitchFamily="34" charset="0"/>
                <a:ea typeface="Calibri" panose="020F0502020204030204" pitchFamily="34" charset="0"/>
                <a:cs typeface="Times New Roman" panose="02020603050405020304" pitchFamily="18" charset="0"/>
              </a:rPr>
              <a:t>        return (Prototype) super.clone();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String getAttribute() {</a:t>
            </a:r>
          </a:p>
          <a:p>
            <a:r>
              <a:rPr lang="es-PE" dirty="0">
                <a:effectLst/>
                <a:latin typeface="Calibri" panose="020F0502020204030204" pitchFamily="34" charset="0"/>
                <a:ea typeface="Calibri" panose="020F0502020204030204" pitchFamily="34" charset="0"/>
                <a:cs typeface="Times New Roman" panose="02020603050405020304" pitchFamily="18" charset="0"/>
              </a:rPr>
              <a:t>        return attribute;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void setAttribute(String attribute) {</a:t>
            </a:r>
          </a:p>
          <a:p>
            <a:r>
              <a:rPr lang="es-PE" dirty="0">
                <a:effectLst/>
                <a:latin typeface="Calibri" panose="020F0502020204030204" pitchFamily="34" charset="0"/>
                <a:ea typeface="Calibri" panose="020F0502020204030204" pitchFamily="34" charset="0"/>
                <a:cs typeface="Times New Roman" panose="02020603050405020304" pitchFamily="18" charset="0"/>
              </a:rPr>
              <a:t>        this.attribute = attribute;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1646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6877665"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Prototype</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4616648"/>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 Uso del patrón Prototype</a:t>
            </a:r>
          </a:p>
          <a:p>
            <a:r>
              <a:rPr lang="es-PE" dirty="0">
                <a:effectLst/>
                <a:latin typeface="Calibri" panose="020F0502020204030204" pitchFamily="34" charset="0"/>
                <a:ea typeface="Calibri" panose="020F0502020204030204" pitchFamily="34" charset="0"/>
                <a:cs typeface="Times New Roman" panose="02020603050405020304" pitchFamily="18" charset="0"/>
              </a:rPr>
              <a:t>public class Main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static void main(String[] args) {</a:t>
            </a:r>
          </a:p>
          <a:p>
            <a:r>
              <a:rPr lang="es-PE" dirty="0">
                <a:effectLst/>
                <a:latin typeface="Calibri" panose="020F0502020204030204" pitchFamily="34" charset="0"/>
                <a:ea typeface="Calibri" panose="020F0502020204030204" pitchFamily="34" charset="0"/>
                <a:cs typeface="Times New Roman" panose="02020603050405020304" pitchFamily="18" charset="0"/>
              </a:rPr>
              <a:t>        try {</a:t>
            </a:r>
          </a:p>
          <a:p>
            <a:r>
              <a:rPr lang="es-PE" dirty="0">
                <a:effectLst/>
                <a:latin typeface="Calibri" panose="020F0502020204030204" pitchFamily="34" charset="0"/>
                <a:ea typeface="Calibri" panose="020F0502020204030204" pitchFamily="34" charset="0"/>
                <a:cs typeface="Times New Roman" panose="02020603050405020304" pitchFamily="18" charset="0"/>
              </a:rPr>
              <a:t>            Prototype prototype1 = new Prototype("Attribute 1");</a:t>
            </a:r>
          </a:p>
          <a:p>
            <a:r>
              <a:rPr lang="es-PE" dirty="0">
                <a:effectLst/>
                <a:latin typeface="Calibri" panose="020F0502020204030204" pitchFamily="34" charset="0"/>
                <a:ea typeface="Calibri" panose="020F0502020204030204" pitchFamily="34" charset="0"/>
                <a:cs typeface="Times New Roman" panose="02020603050405020304" pitchFamily="18" charset="0"/>
              </a:rPr>
              <a:t>            Prototype prototype2 = prototype1.clone();</a:t>
            </a:r>
          </a:p>
          <a:p>
            <a:r>
              <a:rPr lang="es-PE" dirty="0">
                <a:effectLst/>
                <a:latin typeface="Calibri" panose="020F0502020204030204" pitchFamily="34" charset="0"/>
                <a:ea typeface="Calibri" panose="020F0502020204030204" pitchFamily="34" charset="0"/>
                <a:cs typeface="Times New Roman" panose="02020603050405020304" pitchFamily="18" charset="0"/>
              </a:rPr>
              <a:t>            prototype2.setAttribute("Attribute 2");</a:t>
            </a:r>
          </a:p>
          <a:p>
            <a:r>
              <a:rPr lang="es-PE" dirty="0">
                <a:effectLst/>
                <a:latin typeface="Calibri" panose="020F0502020204030204" pitchFamily="34" charset="0"/>
                <a:ea typeface="Calibri" panose="020F0502020204030204" pitchFamily="34" charset="0"/>
                <a:cs typeface="Times New Roman" panose="02020603050405020304" pitchFamily="18" charset="0"/>
              </a:rPr>
              <a:t>            System.out.println(prototype1.getAttribute()); // Output: Attribute 1</a:t>
            </a:r>
          </a:p>
          <a:p>
            <a:r>
              <a:rPr lang="es-PE" dirty="0">
                <a:effectLst/>
                <a:latin typeface="Calibri" panose="020F0502020204030204" pitchFamily="34" charset="0"/>
                <a:ea typeface="Calibri" panose="020F0502020204030204" pitchFamily="34" charset="0"/>
                <a:cs typeface="Times New Roman" panose="02020603050405020304" pitchFamily="18" charset="0"/>
              </a:rPr>
              <a:t>            System.out.println(prototype2.getAttribute()); // Output: Attribute 2</a:t>
            </a:r>
          </a:p>
          <a:p>
            <a:r>
              <a:rPr lang="es-PE" dirty="0">
                <a:effectLst/>
                <a:latin typeface="Calibri" panose="020F0502020204030204" pitchFamily="34" charset="0"/>
                <a:ea typeface="Calibri" panose="020F0502020204030204" pitchFamily="34" charset="0"/>
                <a:cs typeface="Times New Roman" panose="02020603050405020304" pitchFamily="18" charset="0"/>
              </a:rPr>
              <a:t>        } catch (CloneNotSupportedException e) {</a:t>
            </a:r>
          </a:p>
          <a:p>
            <a:r>
              <a:rPr lang="es-PE" dirty="0">
                <a:effectLst/>
                <a:latin typeface="Calibri" panose="020F0502020204030204" pitchFamily="34" charset="0"/>
                <a:ea typeface="Calibri" panose="020F0502020204030204" pitchFamily="34" charset="0"/>
                <a:cs typeface="Times New Roman" panose="02020603050405020304" pitchFamily="18" charset="0"/>
              </a:rPr>
              <a:t>            e.printStackTrace();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3419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8657307"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Prototype – ejemplo en Java</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6186309"/>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public abstract class Shape implements Cloneable {</a:t>
            </a:r>
          </a:p>
          <a:p>
            <a:r>
              <a:rPr lang="es-PE" dirty="0">
                <a:effectLst/>
                <a:latin typeface="Calibri" panose="020F0502020204030204" pitchFamily="34" charset="0"/>
                <a:ea typeface="Calibri" panose="020F0502020204030204" pitchFamily="34" charset="0"/>
                <a:cs typeface="Times New Roman" panose="02020603050405020304" pitchFamily="18" charset="0"/>
              </a:rPr>
              <a:t>    private String id;</a:t>
            </a:r>
          </a:p>
          <a:p>
            <a:r>
              <a:rPr lang="es-PE" dirty="0">
                <a:effectLst/>
                <a:latin typeface="Calibri" panose="020F0502020204030204" pitchFamily="34" charset="0"/>
                <a:ea typeface="Calibri" panose="020F0502020204030204" pitchFamily="34" charset="0"/>
                <a:cs typeface="Times New Roman" panose="02020603050405020304" pitchFamily="18" charset="0"/>
              </a:rPr>
              <a:t>    protected String type;</a:t>
            </a:r>
          </a:p>
          <a:p>
            <a:r>
              <a:rPr lang="es-PE" dirty="0">
                <a:effectLst/>
                <a:latin typeface="Calibri" panose="020F0502020204030204" pitchFamily="34" charset="0"/>
                <a:ea typeface="Calibri" panose="020F0502020204030204" pitchFamily="34" charset="0"/>
                <a:cs typeface="Times New Roman" panose="02020603050405020304" pitchFamily="18" charset="0"/>
              </a:rPr>
              <a:t>    abstract void draw();</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String getType() {</a:t>
            </a:r>
          </a:p>
          <a:p>
            <a:r>
              <a:rPr lang="es-PE" dirty="0">
                <a:effectLst/>
                <a:latin typeface="Calibri" panose="020F0502020204030204" pitchFamily="34" charset="0"/>
                <a:ea typeface="Calibri" panose="020F0502020204030204" pitchFamily="34" charset="0"/>
                <a:cs typeface="Times New Roman" panose="02020603050405020304" pitchFamily="18" charset="0"/>
              </a:rPr>
              <a:t>        return type;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String getId() {</a:t>
            </a:r>
          </a:p>
          <a:p>
            <a:r>
              <a:rPr lang="es-PE" dirty="0">
                <a:effectLst/>
                <a:latin typeface="Calibri" panose="020F0502020204030204" pitchFamily="34" charset="0"/>
                <a:ea typeface="Calibri" panose="020F0502020204030204" pitchFamily="34" charset="0"/>
                <a:cs typeface="Times New Roman" panose="02020603050405020304" pitchFamily="18" charset="0"/>
              </a:rPr>
              <a:t>        return id;</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void setId(String id) {</a:t>
            </a:r>
          </a:p>
          <a:p>
            <a:r>
              <a:rPr lang="es-PE" dirty="0">
                <a:effectLst/>
                <a:latin typeface="Calibri" panose="020F0502020204030204" pitchFamily="34" charset="0"/>
                <a:ea typeface="Calibri" panose="020F0502020204030204" pitchFamily="34" charset="0"/>
                <a:cs typeface="Times New Roman" panose="02020603050405020304" pitchFamily="18" charset="0"/>
              </a:rPr>
              <a:t>        this.id = id;</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@Override</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Object clone() {</a:t>
            </a:r>
          </a:p>
          <a:p>
            <a:r>
              <a:rPr lang="es-PE" dirty="0">
                <a:effectLst/>
                <a:latin typeface="Calibri" panose="020F0502020204030204" pitchFamily="34" charset="0"/>
                <a:ea typeface="Calibri" panose="020F0502020204030204" pitchFamily="34" charset="0"/>
                <a:cs typeface="Times New Roman" panose="02020603050405020304" pitchFamily="18" charset="0"/>
              </a:rPr>
              <a:t>        Object clone = null;</a:t>
            </a:r>
          </a:p>
          <a:p>
            <a:r>
              <a:rPr lang="es-PE" dirty="0">
                <a:effectLst/>
                <a:latin typeface="Calibri" panose="020F0502020204030204" pitchFamily="34" charset="0"/>
                <a:ea typeface="Calibri" panose="020F0502020204030204" pitchFamily="34" charset="0"/>
                <a:cs typeface="Times New Roman" panose="02020603050405020304" pitchFamily="18" charset="0"/>
              </a:rPr>
              <a:t>        try {</a:t>
            </a:r>
          </a:p>
          <a:p>
            <a:r>
              <a:rPr lang="es-PE" dirty="0">
                <a:effectLst/>
                <a:latin typeface="Calibri" panose="020F0502020204030204" pitchFamily="34" charset="0"/>
                <a:ea typeface="Calibri" panose="020F0502020204030204" pitchFamily="34" charset="0"/>
                <a:cs typeface="Times New Roman" panose="02020603050405020304" pitchFamily="18" charset="0"/>
              </a:rPr>
              <a:t>            clone = super.clone();</a:t>
            </a:r>
          </a:p>
          <a:p>
            <a:r>
              <a:rPr lang="es-PE" dirty="0">
                <a:effectLst/>
                <a:latin typeface="Calibri" panose="020F0502020204030204" pitchFamily="34" charset="0"/>
                <a:ea typeface="Calibri" panose="020F0502020204030204" pitchFamily="34" charset="0"/>
                <a:cs typeface="Times New Roman" panose="02020603050405020304" pitchFamily="18" charset="0"/>
              </a:rPr>
              <a:t>        } catch (CloneNotSupportedException e) {</a:t>
            </a:r>
          </a:p>
          <a:p>
            <a:r>
              <a:rPr lang="es-PE" dirty="0">
                <a:effectLst/>
                <a:latin typeface="Calibri" panose="020F0502020204030204" pitchFamily="34" charset="0"/>
                <a:ea typeface="Calibri" panose="020F0502020204030204" pitchFamily="34" charset="0"/>
                <a:cs typeface="Times New Roman" panose="02020603050405020304" pitchFamily="18" charset="0"/>
              </a:rPr>
              <a:t>            e.printStackTrace();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return clone;</a:t>
            </a:r>
          </a:p>
        </p:txBody>
      </p:sp>
    </p:spTree>
    <p:extLst>
      <p:ext uri="{BB962C8B-B14F-4D97-AF65-F5344CB8AC3E}">
        <p14:creationId xmlns:p14="http://schemas.microsoft.com/office/powerpoint/2010/main" val="1519197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8657307"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Prototype – ejemplo en Java</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7294305"/>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r>
              <a:rPr lang="es-PE" dirty="0">
                <a:effectLst/>
                <a:latin typeface="Calibri" panose="020F0502020204030204" pitchFamily="34" charset="0"/>
                <a:ea typeface="Calibri" panose="020F0502020204030204" pitchFamily="34" charset="0"/>
                <a:cs typeface="Times New Roman" panose="02020603050405020304" pitchFamily="18" charset="0"/>
              </a:rPr>
              <a:t>public class Rectangle extends Shape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Rectangle() {</a:t>
            </a:r>
          </a:p>
          <a:p>
            <a:r>
              <a:rPr lang="es-PE" dirty="0">
                <a:effectLst/>
                <a:latin typeface="Calibri" panose="020F0502020204030204" pitchFamily="34" charset="0"/>
                <a:ea typeface="Calibri" panose="020F0502020204030204" pitchFamily="34" charset="0"/>
                <a:cs typeface="Times New Roman" panose="02020603050405020304" pitchFamily="18" charset="0"/>
              </a:rPr>
              <a:t>        type = "Rectangle";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@Override</a:t>
            </a:r>
          </a:p>
          <a:p>
            <a:r>
              <a:rPr lang="es-PE" dirty="0">
                <a:effectLst/>
                <a:latin typeface="Calibri" panose="020F0502020204030204" pitchFamily="34" charset="0"/>
                <a:ea typeface="Calibri" panose="020F0502020204030204" pitchFamily="34" charset="0"/>
                <a:cs typeface="Times New Roman" panose="02020603050405020304" pitchFamily="18" charset="0"/>
              </a:rPr>
              <a:t>    void draw() {</a:t>
            </a:r>
          </a:p>
          <a:p>
            <a:r>
              <a:rPr lang="es-PE" dirty="0">
                <a:effectLst/>
                <a:latin typeface="Calibri" panose="020F0502020204030204" pitchFamily="34" charset="0"/>
                <a:ea typeface="Calibri" panose="020F0502020204030204" pitchFamily="34" charset="0"/>
                <a:cs typeface="Times New Roman" panose="02020603050405020304" pitchFamily="18" charset="0"/>
              </a:rPr>
              <a:t>        System.out.println("Inside Rectangle::draw() method.");</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r>
              <a:rPr lang="es-PE" dirty="0">
                <a:effectLst/>
                <a:latin typeface="Calibri" panose="020F0502020204030204" pitchFamily="34" charset="0"/>
                <a:ea typeface="Calibri" panose="020F0502020204030204" pitchFamily="34" charset="0"/>
                <a:cs typeface="Times New Roman" panose="02020603050405020304" pitchFamily="18" charset="0"/>
              </a:rPr>
              <a:t>public class Circle extends Shape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Circle() {</a:t>
            </a:r>
          </a:p>
          <a:p>
            <a:r>
              <a:rPr lang="es-PE" dirty="0">
                <a:effectLst/>
                <a:latin typeface="Calibri" panose="020F0502020204030204" pitchFamily="34" charset="0"/>
                <a:ea typeface="Calibri" panose="020F0502020204030204" pitchFamily="34" charset="0"/>
                <a:cs typeface="Times New Roman" panose="02020603050405020304" pitchFamily="18" charset="0"/>
              </a:rPr>
              <a:t>        type = "Circle";</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    @Override</a:t>
            </a:r>
          </a:p>
          <a:p>
            <a:r>
              <a:rPr lang="es-PE" dirty="0">
                <a:effectLst/>
                <a:latin typeface="Calibri" panose="020F0502020204030204" pitchFamily="34" charset="0"/>
                <a:ea typeface="Calibri" panose="020F0502020204030204" pitchFamily="34" charset="0"/>
                <a:cs typeface="Times New Roman" panose="02020603050405020304" pitchFamily="18" charset="0"/>
              </a:rPr>
              <a:t>    void draw() {</a:t>
            </a:r>
          </a:p>
          <a:p>
            <a:r>
              <a:rPr lang="es-PE" dirty="0">
                <a:effectLst/>
                <a:latin typeface="Calibri" panose="020F0502020204030204" pitchFamily="34" charset="0"/>
                <a:ea typeface="Calibri" panose="020F0502020204030204" pitchFamily="34" charset="0"/>
                <a:cs typeface="Times New Roman" panose="02020603050405020304" pitchFamily="18" charset="0"/>
              </a:rPr>
              <a:t>        System.out.println("Inside Circle::draw() method.");</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smtClean="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CuadroTexto 2"/>
          <p:cNvSpPr txBox="1"/>
          <p:nvPr/>
        </p:nvSpPr>
        <p:spPr>
          <a:xfrm>
            <a:off x="6705600" y="1228486"/>
            <a:ext cx="4896465" cy="5909310"/>
          </a:xfrm>
          <a:prstGeom prst="rect">
            <a:avLst/>
          </a:prstGeom>
          <a:noFill/>
        </p:spPr>
        <p:txBody>
          <a:bodyPr wrap="square" rtlCol="0">
            <a:spAutoFit/>
          </a:bodyPr>
          <a:lstStyle/>
          <a:p>
            <a:r>
              <a:rPr lang="es-PE" dirty="0" err="1">
                <a:latin typeface="Calibri" panose="020F0502020204030204" pitchFamily="34" charset="0"/>
                <a:ea typeface="Calibri" panose="020F0502020204030204" pitchFamily="34" charset="0"/>
                <a:cs typeface="Times New Roman" panose="02020603050405020304" pitchFamily="18" charset="0"/>
              </a:rPr>
              <a:t>public</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class</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PrototypePatternDemo</a:t>
            </a:r>
            <a:r>
              <a:rPr lang="es-PE" dirty="0">
                <a:latin typeface="Calibri" panose="020F0502020204030204" pitchFamily="34" charset="0"/>
                <a:ea typeface="Calibri" panose="020F0502020204030204" pitchFamily="34" charset="0"/>
                <a:cs typeface="Times New Roman" panose="02020603050405020304" pitchFamily="18" charset="0"/>
              </a:rPr>
              <a:t> {</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public</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static</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void</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main</a:t>
            </a:r>
            <a:r>
              <a:rPr lang="es-PE" dirty="0">
                <a:latin typeface="Calibri" panose="020F0502020204030204" pitchFamily="34" charset="0"/>
                <a:ea typeface="Calibri" panose="020F0502020204030204" pitchFamily="34" charset="0"/>
                <a:cs typeface="Times New Roman" panose="02020603050405020304" pitchFamily="18" charset="0"/>
              </a:rPr>
              <a:t>(</a:t>
            </a:r>
            <a:r>
              <a:rPr lang="es-PE" dirty="0" err="1">
                <a:latin typeface="Calibri" panose="020F0502020204030204" pitchFamily="34" charset="0"/>
                <a:ea typeface="Calibri" panose="020F0502020204030204" pitchFamily="34" charset="0"/>
                <a:cs typeface="Times New Roman" panose="02020603050405020304" pitchFamily="18" charset="0"/>
              </a:rPr>
              <a:t>String</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args</a:t>
            </a:r>
            <a:r>
              <a:rPr lang="es-PE" dirty="0">
                <a:latin typeface="Calibri" panose="020F0502020204030204" pitchFamily="34" charset="0"/>
                <a:ea typeface="Calibri" panose="020F0502020204030204" pitchFamily="34" charset="0"/>
                <a:cs typeface="Times New Roman" panose="02020603050405020304" pitchFamily="18" charset="0"/>
              </a:rPr>
              <a:t>) {</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a:latin typeface="Calibri" panose="020F0502020204030204" pitchFamily="34" charset="0"/>
                <a:ea typeface="Calibri" panose="020F0502020204030204" pitchFamily="34" charset="0"/>
                <a:cs typeface="Times New Roman" panose="02020603050405020304" pitchFamily="18" charset="0"/>
              </a:rPr>
              <a:t>// Crear instancias de prototipos</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Rectangle</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rectangle</a:t>
            </a:r>
            <a:r>
              <a:rPr lang="es-PE" dirty="0">
                <a:latin typeface="Calibri" panose="020F0502020204030204" pitchFamily="34" charset="0"/>
                <a:ea typeface="Calibri" panose="020F0502020204030204" pitchFamily="34" charset="0"/>
                <a:cs typeface="Times New Roman" panose="02020603050405020304" pitchFamily="18" charset="0"/>
              </a:rPr>
              <a:t> = new </a:t>
            </a:r>
            <a:r>
              <a:rPr lang="es-PE" dirty="0" err="1">
                <a:latin typeface="Calibri" panose="020F0502020204030204" pitchFamily="34" charset="0"/>
                <a:ea typeface="Calibri" panose="020F0502020204030204" pitchFamily="34" charset="0"/>
                <a:cs typeface="Times New Roman" panose="02020603050405020304" pitchFamily="18" charset="0"/>
              </a:rPr>
              <a:t>Rectangle</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rectangle.setId</a:t>
            </a:r>
            <a:r>
              <a:rPr lang="es-PE" dirty="0">
                <a:latin typeface="Calibri" panose="020F0502020204030204" pitchFamily="34" charset="0"/>
                <a:ea typeface="Calibri" panose="020F0502020204030204" pitchFamily="34" charset="0"/>
                <a:cs typeface="Times New Roman" panose="02020603050405020304" pitchFamily="18" charset="0"/>
              </a:rPr>
              <a:t>("1");</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Circle</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circle</a:t>
            </a:r>
            <a:r>
              <a:rPr lang="es-PE" dirty="0">
                <a:latin typeface="Calibri" panose="020F0502020204030204" pitchFamily="34" charset="0"/>
                <a:ea typeface="Calibri" panose="020F0502020204030204" pitchFamily="34" charset="0"/>
                <a:cs typeface="Times New Roman" panose="02020603050405020304" pitchFamily="18" charset="0"/>
              </a:rPr>
              <a:t> = new </a:t>
            </a:r>
            <a:r>
              <a:rPr lang="es-PE" dirty="0" err="1">
                <a:latin typeface="Calibri" panose="020F0502020204030204" pitchFamily="34" charset="0"/>
                <a:ea typeface="Calibri" panose="020F0502020204030204" pitchFamily="34" charset="0"/>
                <a:cs typeface="Times New Roman" panose="02020603050405020304" pitchFamily="18" charset="0"/>
              </a:rPr>
              <a:t>Circle</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circle.setId</a:t>
            </a:r>
            <a:r>
              <a:rPr lang="es-PE" dirty="0">
                <a:latin typeface="Calibri" panose="020F0502020204030204" pitchFamily="34" charset="0"/>
                <a:ea typeface="Calibri" panose="020F0502020204030204" pitchFamily="34" charset="0"/>
                <a:cs typeface="Times New Roman" panose="02020603050405020304" pitchFamily="18" charset="0"/>
              </a:rPr>
              <a:t>("2");</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a:latin typeface="Calibri" panose="020F0502020204030204" pitchFamily="34" charset="0"/>
                <a:ea typeface="Calibri" panose="020F0502020204030204" pitchFamily="34" charset="0"/>
                <a:cs typeface="Times New Roman" panose="02020603050405020304" pitchFamily="18" charset="0"/>
              </a:rPr>
              <a:t>// Clonar los prototipos</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Shape</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clonedRectangle</a:t>
            </a:r>
            <a:r>
              <a:rPr lang="es-PE" dirty="0">
                <a:latin typeface="Calibri" panose="020F0502020204030204" pitchFamily="34" charset="0"/>
                <a:ea typeface="Calibri" panose="020F0502020204030204" pitchFamily="34" charset="0"/>
                <a:cs typeface="Times New Roman" panose="02020603050405020304" pitchFamily="18" charset="0"/>
              </a:rPr>
              <a:t> = (</a:t>
            </a:r>
            <a:r>
              <a:rPr lang="es-PE" dirty="0" err="1">
                <a:latin typeface="Calibri" panose="020F0502020204030204" pitchFamily="34" charset="0"/>
                <a:ea typeface="Calibri" panose="020F0502020204030204" pitchFamily="34" charset="0"/>
                <a:cs typeface="Times New Roman" panose="02020603050405020304" pitchFamily="18" charset="0"/>
              </a:rPr>
              <a:t>Shape</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rectangle.clone</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Shape</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clonedCircle</a:t>
            </a:r>
            <a:r>
              <a:rPr lang="es-PE" dirty="0">
                <a:latin typeface="Calibri" panose="020F0502020204030204" pitchFamily="34" charset="0"/>
                <a:ea typeface="Calibri" panose="020F0502020204030204" pitchFamily="34" charset="0"/>
                <a:cs typeface="Times New Roman" panose="02020603050405020304" pitchFamily="18" charset="0"/>
              </a:rPr>
              <a:t> = (</a:t>
            </a:r>
            <a:r>
              <a:rPr lang="es-PE" dirty="0" err="1">
                <a:latin typeface="Calibri" panose="020F0502020204030204" pitchFamily="34" charset="0"/>
                <a:ea typeface="Calibri" panose="020F0502020204030204" pitchFamily="34" charset="0"/>
                <a:cs typeface="Times New Roman" panose="02020603050405020304" pitchFamily="18" charset="0"/>
              </a:rPr>
              <a:t>Shape</a:t>
            </a:r>
            <a:r>
              <a:rPr lang="es-PE" dirty="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circle.clone</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err="1" smtClean="0">
                <a:latin typeface="Calibri" panose="020F0502020204030204" pitchFamily="34" charset="0"/>
                <a:ea typeface="Calibri" panose="020F0502020204030204" pitchFamily="34" charset="0"/>
                <a:cs typeface="Times New Roman" panose="02020603050405020304" pitchFamily="18" charset="0"/>
              </a:rPr>
              <a:t>System.out.println</a:t>
            </a:r>
            <a:r>
              <a:rPr lang="es-PE" dirty="0">
                <a:latin typeface="Calibri" panose="020F0502020204030204" pitchFamily="34" charset="0"/>
                <a:ea typeface="Calibri" panose="020F0502020204030204" pitchFamily="34" charset="0"/>
                <a:cs typeface="Times New Roman" panose="02020603050405020304" pitchFamily="18" charset="0"/>
              </a:rPr>
              <a:t>("</a:t>
            </a:r>
            <a:r>
              <a:rPr lang="es-PE" dirty="0" err="1">
                <a:latin typeface="Calibri" panose="020F0502020204030204" pitchFamily="34" charset="0"/>
                <a:ea typeface="Calibri" panose="020F0502020204030204" pitchFamily="34" charset="0"/>
                <a:cs typeface="Times New Roman" panose="02020603050405020304" pitchFamily="18" charset="0"/>
              </a:rPr>
              <a:t>Shape</a:t>
            </a:r>
            <a:r>
              <a:rPr lang="es-PE" dirty="0">
                <a:latin typeface="Calibri" panose="020F0502020204030204" pitchFamily="34" charset="0"/>
                <a:ea typeface="Calibri" panose="020F0502020204030204" pitchFamily="34" charset="0"/>
                <a:cs typeface="Times New Roman" panose="02020603050405020304" pitchFamily="18" charset="0"/>
              </a:rPr>
              <a:t> : " + </a:t>
            </a:r>
            <a:r>
              <a:rPr lang="es-PE" dirty="0" err="1">
                <a:latin typeface="Calibri" panose="020F0502020204030204" pitchFamily="34" charset="0"/>
                <a:ea typeface="Calibri" panose="020F0502020204030204" pitchFamily="34" charset="0"/>
                <a:cs typeface="Times New Roman" panose="02020603050405020304" pitchFamily="18" charset="0"/>
              </a:rPr>
              <a:t>clonedRectangle.getType</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clonedRectangle.draw</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err="1" smtClean="0">
                <a:latin typeface="Calibri" panose="020F0502020204030204" pitchFamily="34" charset="0"/>
                <a:ea typeface="Calibri" panose="020F0502020204030204" pitchFamily="34" charset="0"/>
                <a:cs typeface="Times New Roman" panose="02020603050405020304" pitchFamily="18" charset="0"/>
              </a:rPr>
              <a:t>System.out.println</a:t>
            </a:r>
            <a:r>
              <a:rPr lang="es-PE" dirty="0">
                <a:latin typeface="Calibri" panose="020F0502020204030204" pitchFamily="34" charset="0"/>
                <a:ea typeface="Calibri" panose="020F0502020204030204" pitchFamily="34" charset="0"/>
                <a:cs typeface="Times New Roman" panose="02020603050405020304" pitchFamily="18" charset="0"/>
              </a:rPr>
              <a:t>("</a:t>
            </a:r>
            <a:r>
              <a:rPr lang="es-PE" dirty="0" err="1">
                <a:latin typeface="Calibri" panose="020F0502020204030204" pitchFamily="34" charset="0"/>
                <a:ea typeface="Calibri" panose="020F0502020204030204" pitchFamily="34" charset="0"/>
                <a:cs typeface="Times New Roman" panose="02020603050405020304" pitchFamily="18" charset="0"/>
              </a:rPr>
              <a:t>Shape</a:t>
            </a:r>
            <a:r>
              <a:rPr lang="es-PE" dirty="0">
                <a:latin typeface="Calibri" panose="020F0502020204030204" pitchFamily="34" charset="0"/>
                <a:ea typeface="Calibri" panose="020F0502020204030204" pitchFamily="34" charset="0"/>
                <a:cs typeface="Times New Roman" panose="02020603050405020304" pitchFamily="18" charset="0"/>
              </a:rPr>
              <a:t> : " + </a:t>
            </a:r>
            <a:r>
              <a:rPr lang="es-PE" dirty="0" err="1">
                <a:latin typeface="Calibri" panose="020F0502020204030204" pitchFamily="34" charset="0"/>
                <a:ea typeface="Calibri" panose="020F0502020204030204" pitchFamily="34" charset="0"/>
                <a:cs typeface="Times New Roman" panose="02020603050405020304" pitchFamily="18" charset="0"/>
              </a:rPr>
              <a:t>clonedCircle.getType</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err="1">
                <a:latin typeface="Calibri" panose="020F0502020204030204" pitchFamily="34" charset="0"/>
                <a:ea typeface="Calibri" panose="020F0502020204030204" pitchFamily="34" charset="0"/>
                <a:cs typeface="Times New Roman" panose="02020603050405020304" pitchFamily="18" charset="0"/>
              </a:rPr>
              <a:t>clonedCircle.draw</a:t>
            </a:r>
            <a:r>
              <a:rPr lang="es-PE" dirty="0">
                <a:latin typeface="Calibri" panose="020F0502020204030204" pitchFamily="34" charset="0"/>
                <a:ea typeface="Calibri" panose="020F0502020204030204" pitchFamily="34" charset="0"/>
                <a:cs typeface="Times New Roman" panose="02020603050405020304" pitchFamily="18" charset="0"/>
              </a:rPr>
              <a:t>();</a:t>
            </a:r>
          </a:p>
          <a:p>
            <a:r>
              <a:rPr lang="es-PE" dirty="0" smtClean="0">
                <a:latin typeface="Calibri" panose="020F0502020204030204" pitchFamily="34" charset="0"/>
                <a:ea typeface="Calibri" panose="020F0502020204030204" pitchFamily="34" charset="0"/>
                <a:cs typeface="Times New Roman" panose="02020603050405020304" pitchFamily="18" charset="0"/>
              </a:rPr>
              <a:t>    </a:t>
            </a:r>
            <a:r>
              <a:rPr lang="es-PE" dirty="0">
                <a:latin typeface="Calibri" panose="020F0502020204030204" pitchFamily="34" charset="0"/>
                <a:ea typeface="Calibri" panose="020F0502020204030204" pitchFamily="34" charset="0"/>
                <a:cs typeface="Times New Roman" panose="02020603050405020304" pitchFamily="18" charset="0"/>
              </a:rPr>
              <a:t>}</a:t>
            </a:r>
          </a:p>
          <a:p>
            <a:endParaRPr lang="es-PE" dirty="0">
              <a:latin typeface="Calibri" panose="020F0502020204030204" pitchFamily="34" charset="0"/>
              <a:ea typeface="Calibri" panose="020F0502020204030204" pitchFamily="34" charset="0"/>
              <a:cs typeface="Times New Roman" panose="02020603050405020304" pitchFamily="18" charset="0"/>
            </a:endParaRPr>
          </a:p>
          <a:p>
            <a:r>
              <a:rPr lang="es-PE" dirty="0">
                <a:latin typeface="Calibri" panose="020F0502020204030204" pitchFamily="34" charset="0"/>
                <a:ea typeface="Calibri" panose="020F0502020204030204" pitchFamily="34" charset="0"/>
                <a:cs typeface="Times New Roman" panose="02020603050405020304" pitchFamily="18" charset="0"/>
              </a:rPr>
              <a:t>}</a:t>
            </a:r>
          </a:p>
          <a:p>
            <a:endParaRPr lang="es-PE"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6403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8657307"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Prototype – ejemplo en Java</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5355312"/>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 public class PrototypePatternDemo {</a:t>
            </a:r>
          </a:p>
          <a:p>
            <a:r>
              <a:rPr lang="es-PE" dirty="0">
                <a:effectLst/>
                <a:latin typeface="Calibri" panose="020F0502020204030204" pitchFamily="34" charset="0"/>
                <a:ea typeface="Calibri" panose="020F0502020204030204" pitchFamily="34" charset="0"/>
                <a:cs typeface="Times New Roman" panose="02020603050405020304" pitchFamily="18" charset="0"/>
              </a:rPr>
              <a:t>    public static void main(String[] args) {</a:t>
            </a:r>
          </a:p>
          <a:p>
            <a:r>
              <a:rPr lang="es-PE" dirty="0">
                <a:effectLst/>
                <a:latin typeface="Calibri" panose="020F0502020204030204" pitchFamily="34" charset="0"/>
                <a:ea typeface="Calibri" panose="020F0502020204030204" pitchFamily="34" charset="0"/>
                <a:cs typeface="Times New Roman" panose="02020603050405020304" pitchFamily="18" charset="0"/>
              </a:rPr>
              <a:t>        // Crear instancias de prototipos</a:t>
            </a:r>
          </a:p>
          <a:p>
            <a:r>
              <a:rPr lang="es-PE" dirty="0">
                <a:effectLst/>
                <a:latin typeface="Calibri" panose="020F0502020204030204" pitchFamily="34" charset="0"/>
                <a:ea typeface="Calibri" panose="020F0502020204030204" pitchFamily="34" charset="0"/>
                <a:cs typeface="Times New Roman" panose="02020603050405020304" pitchFamily="18" charset="0"/>
              </a:rPr>
              <a:t>        Rectangle rectangle = new Rectangle();</a:t>
            </a:r>
          </a:p>
          <a:p>
            <a:r>
              <a:rPr lang="es-PE" dirty="0">
                <a:effectLst/>
                <a:latin typeface="Calibri" panose="020F0502020204030204" pitchFamily="34" charset="0"/>
                <a:ea typeface="Calibri" panose="020F0502020204030204" pitchFamily="34" charset="0"/>
                <a:cs typeface="Times New Roman" panose="02020603050405020304" pitchFamily="18" charset="0"/>
              </a:rPr>
              <a:t>        rectangle.setId("1");</a:t>
            </a:r>
          </a:p>
          <a:p>
            <a:r>
              <a:rPr lang="es-PE" dirty="0">
                <a:effectLst/>
                <a:latin typeface="Calibri" panose="020F0502020204030204" pitchFamily="34" charset="0"/>
                <a:ea typeface="Calibri" panose="020F0502020204030204" pitchFamily="34" charset="0"/>
                <a:cs typeface="Times New Roman" panose="02020603050405020304" pitchFamily="18" charset="0"/>
              </a:rPr>
              <a:t>            Circle circle = new Circle();</a:t>
            </a:r>
          </a:p>
          <a:p>
            <a:r>
              <a:rPr lang="es-PE" dirty="0">
                <a:effectLst/>
                <a:latin typeface="Calibri" panose="020F0502020204030204" pitchFamily="34" charset="0"/>
                <a:ea typeface="Calibri" panose="020F0502020204030204" pitchFamily="34" charset="0"/>
                <a:cs typeface="Times New Roman" panose="02020603050405020304" pitchFamily="18" charset="0"/>
              </a:rPr>
              <a:t>        circle.setId("2");</a:t>
            </a:r>
          </a:p>
          <a:p>
            <a:r>
              <a:rPr lang="es-PE" dirty="0">
                <a:effectLst/>
                <a:latin typeface="Calibri" panose="020F0502020204030204" pitchFamily="34" charset="0"/>
                <a:ea typeface="Calibri" panose="020F0502020204030204" pitchFamily="34" charset="0"/>
                <a:cs typeface="Times New Roman" panose="02020603050405020304" pitchFamily="18" charset="0"/>
              </a:rPr>
              <a:t>            // Clonar los prototipos</a:t>
            </a:r>
          </a:p>
          <a:p>
            <a:r>
              <a:rPr lang="es-PE" dirty="0">
                <a:effectLst/>
                <a:latin typeface="Calibri" panose="020F0502020204030204" pitchFamily="34" charset="0"/>
                <a:ea typeface="Calibri" panose="020F0502020204030204" pitchFamily="34" charset="0"/>
                <a:cs typeface="Times New Roman" panose="02020603050405020304" pitchFamily="18" charset="0"/>
              </a:rPr>
              <a:t>        Shape clonedRectangle = (Shape) rectangle.clone();</a:t>
            </a:r>
          </a:p>
          <a:p>
            <a:r>
              <a:rPr lang="es-PE" dirty="0">
                <a:effectLst/>
                <a:latin typeface="Calibri" panose="020F0502020204030204" pitchFamily="34" charset="0"/>
                <a:ea typeface="Calibri" panose="020F0502020204030204" pitchFamily="34" charset="0"/>
                <a:cs typeface="Times New Roman" panose="02020603050405020304" pitchFamily="18" charset="0"/>
              </a:rPr>
              <a:t>        Shape clonedCircle = (Shape) circle.clone();</a:t>
            </a:r>
          </a:p>
          <a:p>
            <a:r>
              <a:rPr lang="es-PE" dirty="0">
                <a:effectLst/>
                <a:latin typeface="Calibri" panose="020F0502020204030204" pitchFamily="34" charset="0"/>
                <a:ea typeface="Calibri" panose="020F0502020204030204" pitchFamily="34" charset="0"/>
                <a:cs typeface="Times New Roman" panose="02020603050405020304" pitchFamily="18" charset="0"/>
              </a:rPr>
              <a:t>          System.out.println("Shape : " + clonedRectangle.getType());</a:t>
            </a:r>
          </a:p>
          <a:p>
            <a:r>
              <a:rPr lang="es-PE" dirty="0">
                <a:effectLst/>
                <a:latin typeface="Calibri" panose="020F0502020204030204" pitchFamily="34" charset="0"/>
                <a:ea typeface="Calibri" panose="020F0502020204030204" pitchFamily="34" charset="0"/>
                <a:cs typeface="Times New Roman" panose="02020603050405020304" pitchFamily="18" charset="0"/>
              </a:rPr>
              <a:t>       clonedRectangle.draw();</a:t>
            </a:r>
          </a:p>
          <a:p>
            <a:r>
              <a:rPr lang="es-PE" dirty="0">
                <a:effectLst/>
                <a:latin typeface="Calibri" panose="020F0502020204030204" pitchFamily="34" charset="0"/>
                <a:ea typeface="Calibri" panose="020F0502020204030204" pitchFamily="34" charset="0"/>
                <a:cs typeface="Times New Roman" panose="02020603050405020304" pitchFamily="18" charset="0"/>
              </a:rPr>
              <a:t>        System.out.println("Shape : " + clonedCircle.getType());</a:t>
            </a:r>
          </a:p>
          <a:p>
            <a:r>
              <a:rPr lang="es-PE" dirty="0">
                <a:effectLst/>
                <a:latin typeface="Calibri" panose="020F0502020204030204" pitchFamily="34" charset="0"/>
                <a:ea typeface="Calibri" panose="020F0502020204030204" pitchFamily="34" charset="0"/>
                <a:cs typeface="Times New Roman" panose="02020603050405020304" pitchFamily="18" charset="0"/>
              </a:rPr>
              <a:t>        clonedCircle.draw();</a:t>
            </a:r>
          </a:p>
          <a:p>
            <a:r>
              <a:rPr lang="es-PE" dirty="0">
                <a:effectLst/>
                <a:latin typeface="Calibri" panose="020F0502020204030204" pitchFamily="34" charset="0"/>
                <a:ea typeface="Calibri" panose="020F0502020204030204" pitchFamily="34" charset="0"/>
                <a:cs typeface="Times New Roman" panose="02020603050405020304" pitchFamily="18" charset="0"/>
              </a:rPr>
              <a:t>    }</a:t>
            </a:r>
          </a:p>
          <a:p>
            <a:r>
              <a:rPr lang="es-PE" dirty="0">
                <a:effectLst/>
                <a:latin typeface="Calibri" panose="020F0502020204030204" pitchFamily="34" charset="0"/>
                <a:ea typeface="Calibri" panose="020F0502020204030204" pitchFamily="34" charset="0"/>
                <a:cs typeface="Times New Roman" panose="02020603050405020304" pitchFamily="18" charset="0"/>
              </a:rPr>
              <a:t>}</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91030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p:nvPr/>
        </p:nvSpPr>
        <p:spPr>
          <a:xfrm>
            <a:off x="589934" y="161029"/>
            <a:ext cx="8657307" cy="738623"/>
          </a:xfrm>
          <a:prstGeom prst="rect">
            <a:avLst/>
          </a:prstGeom>
          <a:noFill/>
          <a:ln>
            <a:noFill/>
          </a:ln>
        </p:spPr>
        <p:txBody>
          <a:bodyPr spcFirstLastPara="1" wrap="square" lIns="91425" tIns="45700" rIns="91425" bIns="45700" anchor="t" anchorCtr="0">
            <a:spAutoFit/>
          </a:bodyPr>
          <a:lstStyle/>
          <a:p>
            <a:r>
              <a:rPr lang="es-PE" sz="2400" b="0" dirty="0">
                <a:solidFill>
                  <a:srgbClr val="C00000"/>
                </a:solidFill>
                <a:effectLst/>
                <a:latin typeface="+mj-lt"/>
              </a:rPr>
              <a:t>Introducción a patrones creacionales – Prototype – ejemplo en Java</a:t>
            </a:r>
            <a:endParaRPr lang="es-PE" sz="2400" dirty="0">
              <a:solidFill>
                <a:srgbClr val="C00000"/>
              </a:solidFill>
              <a:latin typeface="+mj-lt"/>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48" name="Google Shape;148;p8"/>
          <p:cNvPicPr preferRelativeResize="0"/>
          <p:nvPr/>
        </p:nvPicPr>
        <p:blipFill rotWithShape="1">
          <a:blip r:embed="rId3">
            <a:alphaModFix/>
          </a:blip>
          <a:srcRect/>
          <a:stretch/>
        </p:blipFill>
        <p:spPr>
          <a:xfrm>
            <a:off x="9247241" y="152400"/>
            <a:ext cx="2483508" cy="553998"/>
          </a:xfrm>
          <a:prstGeom prst="rect">
            <a:avLst/>
          </a:prstGeom>
          <a:noFill/>
          <a:ln>
            <a:noFill/>
          </a:ln>
        </p:spPr>
      </p:pic>
      <p:sp>
        <p:nvSpPr>
          <p:cNvPr id="2" name="CuadroTexto 1">
            <a:extLst>
              <a:ext uri="{FF2B5EF4-FFF2-40B4-BE49-F238E27FC236}">
                <a16:creationId xmlns:a16="http://schemas.microsoft.com/office/drawing/2014/main" id="{D4B261C9-1878-8F39-2DBD-4AEBD0AB94B3}"/>
              </a:ext>
            </a:extLst>
          </p:cNvPr>
          <p:cNvSpPr txBox="1"/>
          <p:nvPr/>
        </p:nvSpPr>
        <p:spPr>
          <a:xfrm>
            <a:off x="764457" y="706398"/>
            <a:ext cx="10663085" cy="4524315"/>
          </a:xfrm>
          <a:prstGeom prst="rect">
            <a:avLst/>
          </a:prstGeom>
          <a:noFill/>
        </p:spPr>
        <p:txBody>
          <a:bodyPr wrap="square" rtlCol="0">
            <a:spAutoFit/>
          </a:bodyPr>
          <a:lstStyle/>
          <a:p>
            <a:r>
              <a:rPr lang="es-PE" dirty="0">
                <a:effectLst/>
                <a:latin typeface="Calibri" panose="020F0502020204030204" pitchFamily="34" charset="0"/>
                <a:ea typeface="Calibri" panose="020F0502020204030204" pitchFamily="34" charset="0"/>
                <a:cs typeface="Times New Roman" panose="02020603050405020304" pitchFamily="18" charset="0"/>
              </a:rPr>
              <a:t> Explicación:</a:t>
            </a:r>
          </a:p>
          <a:p>
            <a:r>
              <a:rPr lang="es-PE" dirty="0">
                <a:effectLst/>
                <a:latin typeface="Calibri" panose="020F0502020204030204" pitchFamily="34" charset="0"/>
                <a:ea typeface="Calibri" panose="020F0502020204030204" pitchFamily="34" charset="0"/>
                <a:cs typeface="Times New Roman" panose="02020603050405020304" pitchFamily="18" charset="0"/>
              </a:rPr>
              <a:t>1. **`Shape` class**:</a:t>
            </a:r>
          </a:p>
          <a:p>
            <a:r>
              <a:rPr lang="es-PE" dirty="0">
                <a:effectLst/>
                <a:latin typeface="Calibri" panose="020F0502020204030204" pitchFamily="34" charset="0"/>
                <a:ea typeface="Calibri" panose="020F0502020204030204" pitchFamily="34" charset="0"/>
                <a:cs typeface="Times New Roman" panose="02020603050405020304" pitchFamily="18" charset="0"/>
              </a:rPr>
              <a:t>    - **Atributos**: `id` y `type` son atributos comunes a todas las formas.</a:t>
            </a:r>
          </a:p>
          <a:p>
            <a:r>
              <a:rPr lang="es-PE" dirty="0">
                <a:effectLst/>
                <a:latin typeface="Calibri" panose="020F0502020204030204" pitchFamily="34" charset="0"/>
                <a:ea typeface="Calibri" panose="020F0502020204030204" pitchFamily="34" charset="0"/>
                <a:cs typeface="Times New Roman" panose="02020603050405020304" pitchFamily="18" charset="0"/>
              </a:rPr>
              <a:t>    - **Métodos abstractos**: `draw()` es un método abstracto que será implementado por las clases concretas.</a:t>
            </a:r>
          </a:p>
          <a:p>
            <a:r>
              <a:rPr lang="es-PE" dirty="0">
                <a:effectLst/>
                <a:latin typeface="Calibri" panose="020F0502020204030204" pitchFamily="34" charset="0"/>
                <a:ea typeface="Calibri" panose="020F0502020204030204" pitchFamily="34" charset="0"/>
                <a:cs typeface="Times New Roman" panose="02020603050405020304" pitchFamily="18" charset="0"/>
              </a:rPr>
              <a:t>    - **Método `clone`**: Sobrescribe el método `clone` de la clase `Object` para permitir la clonación de objetos. Maneja `CloneNotSupportedException` que puede ser lanzada por `super.clone()`.</a:t>
            </a:r>
          </a:p>
          <a:p>
            <a:r>
              <a:rPr lang="es-PE" dirty="0">
                <a:effectLst/>
                <a:latin typeface="Calibri" panose="020F0502020204030204" pitchFamily="34" charset="0"/>
                <a:ea typeface="Calibri" panose="020F0502020204030204" pitchFamily="34" charset="0"/>
                <a:cs typeface="Times New Roman" panose="02020603050405020304" pitchFamily="18" charset="0"/>
              </a:rPr>
              <a:t>2. **`Rectangle` class** y **`Circle` class**:</a:t>
            </a:r>
          </a:p>
          <a:p>
            <a:r>
              <a:rPr lang="es-PE" dirty="0">
                <a:effectLst/>
                <a:latin typeface="Calibri" panose="020F0502020204030204" pitchFamily="34" charset="0"/>
                <a:ea typeface="Calibri" panose="020F0502020204030204" pitchFamily="34" charset="0"/>
                <a:cs typeface="Times New Roman" panose="02020603050405020304" pitchFamily="18" charset="0"/>
              </a:rPr>
              <a:t>    - Extienden `Shape` y proporcionan implementaciones concretas del método `draw()`.</a:t>
            </a:r>
          </a:p>
          <a:p>
            <a:r>
              <a:rPr lang="es-PE" dirty="0">
                <a:effectLst/>
                <a:latin typeface="Calibri" panose="020F0502020204030204" pitchFamily="34" charset="0"/>
                <a:ea typeface="Calibri" panose="020F0502020204030204" pitchFamily="34" charset="0"/>
                <a:cs typeface="Times New Roman" panose="02020603050405020304" pitchFamily="18" charset="0"/>
              </a:rPr>
              <a:t>3. **`PrototypePatternDemo` class**:</a:t>
            </a:r>
          </a:p>
          <a:p>
            <a:r>
              <a:rPr lang="es-PE" dirty="0">
                <a:effectLst/>
                <a:latin typeface="Calibri" panose="020F0502020204030204" pitchFamily="34" charset="0"/>
                <a:ea typeface="Calibri" panose="020F0502020204030204" pitchFamily="34" charset="0"/>
                <a:cs typeface="Times New Roman" panose="02020603050405020304" pitchFamily="18" charset="0"/>
              </a:rPr>
              <a:t>    - **`main` method**: Crea instancias de `Rectangle` y `Circle`, luego las clona usando el método `clone` y llama a `draw` para demostrar su uso.</a:t>
            </a: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a:p>
            <a:endParaRPr lang="es-PE"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2228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4B727177-CD63-448F-86E2-C4B737A1688F}"/>
              </a:ext>
            </a:extLst>
          </p:cNvPr>
          <p:cNvSpPr txBox="1"/>
          <p:nvPr/>
        </p:nvSpPr>
        <p:spPr>
          <a:xfrm>
            <a:off x="2630296" y="1676935"/>
            <a:ext cx="6931407" cy="1275349"/>
          </a:xfrm>
          <a:prstGeom prst="rect">
            <a:avLst/>
          </a:prstGeom>
        </p:spPr>
        <p:txBody>
          <a:bodyPr vert="horz" wrap="square" lIns="0" tIns="43815" rIns="0" bIns="0" rtlCol="0">
            <a:spAutoFit/>
          </a:bodyPr>
          <a:lstStyle/>
          <a:p>
            <a:pPr marL="457834" marR="5080" indent="-445770" algn="ctr">
              <a:spcBef>
                <a:spcPts val="345"/>
              </a:spcBef>
            </a:pPr>
            <a:r>
              <a:rPr sz="4000" b="1" spc="-5" dirty="0">
                <a:latin typeface="Arial"/>
                <a:cs typeface="Arial"/>
              </a:rPr>
              <a:t>¿</a:t>
            </a:r>
            <a:r>
              <a:rPr lang="es-ES" sz="4000" b="1" spc="-5" dirty="0">
                <a:latin typeface="Arial"/>
                <a:cs typeface="Arial"/>
              </a:rPr>
              <a:t>Cuál es la diferencia entre </a:t>
            </a:r>
            <a:r>
              <a:rPr lang="es-ES" sz="4000" b="1" spc="-5" dirty="0" err="1">
                <a:latin typeface="Arial"/>
                <a:cs typeface="Arial"/>
              </a:rPr>
              <a:t>Singleton</a:t>
            </a:r>
            <a:r>
              <a:rPr lang="es-ES" sz="4000" b="1" spc="-5" dirty="0">
                <a:latin typeface="Arial"/>
                <a:cs typeface="Arial"/>
              </a:rPr>
              <a:t> y </a:t>
            </a:r>
            <a:r>
              <a:rPr lang="es-ES" sz="4000" b="1" spc="-5" dirty="0" err="1">
                <a:latin typeface="Arial"/>
                <a:cs typeface="Arial"/>
              </a:rPr>
              <a:t>Prototype</a:t>
            </a:r>
            <a:r>
              <a:rPr sz="4000" b="1" spc="-5" dirty="0">
                <a:latin typeface="Arial"/>
                <a:cs typeface="Arial"/>
              </a:rPr>
              <a:t>?</a:t>
            </a:r>
            <a:endParaRPr sz="4000" dirty="0">
              <a:latin typeface="Arial"/>
              <a:cs typeface="Arial"/>
            </a:endParaRPr>
          </a:p>
        </p:txBody>
      </p:sp>
      <p:pic>
        <p:nvPicPr>
          <p:cNvPr id="5" name="object 3">
            <a:extLst>
              <a:ext uri="{FF2B5EF4-FFF2-40B4-BE49-F238E27FC236}">
                <a16:creationId xmlns:a16="http://schemas.microsoft.com/office/drawing/2014/main" id="{4461D143-19CF-4D8B-9B32-64AE4A532D81}"/>
              </a:ext>
            </a:extLst>
          </p:cNvPr>
          <p:cNvPicPr/>
          <p:nvPr/>
        </p:nvPicPr>
        <p:blipFill>
          <a:blip r:embed="rId2" cstate="print"/>
          <a:stretch>
            <a:fillRect/>
          </a:stretch>
        </p:blipFill>
        <p:spPr>
          <a:xfrm>
            <a:off x="5334000" y="4038600"/>
            <a:ext cx="1524000" cy="1524000"/>
          </a:xfrm>
          <a:prstGeom prst="rect">
            <a:avLst/>
          </a:prstGeom>
        </p:spPr>
      </p:pic>
    </p:spTree>
    <p:extLst>
      <p:ext uri="{BB962C8B-B14F-4D97-AF65-F5344CB8AC3E}">
        <p14:creationId xmlns:p14="http://schemas.microsoft.com/office/powerpoint/2010/main" val="1577521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BF4F96B2-8257-4187-BF20-F9EA78F3DF01}"/>
              </a:ext>
            </a:extLst>
          </p:cNvPr>
          <p:cNvSpPr/>
          <p:nvPr/>
        </p:nvSpPr>
        <p:spPr>
          <a:xfrm>
            <a:off x="0" y="2819400"/>
            <a:ext cx="12192000" cy="1600200"/>
          </a:xfrm>
          <a:custGeom>
            <a:avLst/>
            <a:gdLst/>
            <a:ahLst/>
            <a:cxnLst/>
            <a:rect l="l" t="t" r="r" b="b"/>
            <a:pathLst>
              <a:path w="9144635" h="700405">
                <a:moveTo>
                  <a:pt x="9027447" y="700199"/>
                </a:moveTo>
                <a:lnTo>
                  <a:pt x="116702" y="700199"/>
                </a:lnTo>
                <a:lnTo>
                  <a:pt x="71276" y="691028"/>
                </a:lnTo>
                <a:lnTo>
                  <a:pt x="34181" y="666018"/>
                </a:lnTo>
                <a:lnTo>
                  <a:pt x="9171" y="628923"/>
                </a:lnTo>
                <a:lnTo>
                  <a:pt x="0" y="583497"/>
                </a:lnTo>
                <a:lnTo>
                  <a:pt x="0" y="116702"/>
                </a:lnTo>
                <a:lnTo>
                  <a:pt x="9171" y="71276"/>
                </a:lnTo>
                <a:lnTo>
                  <a:pt x="34181" y="34181"/>
                </a:lnTo>
                <a:lnTo>
                  <a:pt x="71276" y="9171"/>
                </a:lnTo>
                <a:lnTo>
                  <a:pt x="116702" y="0"/>
                </a:lnTo>
                <a:lnTo>
                  <a:pt x="9027447" y="0"/>
                </a:lnTo>
                <a:lnTo>
                  <a:pt x="9072107" y="8883"/>
                </a:lnTo>
                <a:lnTo>
                  <a:pt x="9109968" y="34181"/>
                </a:lnTo>
                <a:lnTo>
                  <a:pt x="9135266" y="72042"/>
                </a:lnTo>
                <a:lnTo>
                  <a:pt x="9144149" y="116702"/>
                </a:lnTo>
                <a:lnTo>
                  <a:pt x="9144149" y="583497"/>
                </a:lnTo>
                <a:lnTo>
                  <a:pt x="9134978" y="628923"/>
                </a:lnTo>
                <a:lnTo>
                  <a:pt x="9109968" y="666018"/>
                </a:lnTo>
                <a:lnTo>
                  <a:pt x="9072873" y="691028"/>
                </a:lnTo>
                <a:lnTo>
                  <a:pt x="9027447" y="700199"/>
                </a:lnTo>
                <a:close/>
              </a:path>
            </a:pathLst>
          </a:custGeom>
          <a:solidFill>
            <a:srgbClr val="D1052D"/>
          </a:solidFill>
        </p:spPr>
        <p:txBody>
          <a:bodyPr wrap="square" lIns="0" tIns="0" rIns="0" bIns="0" rtlCol="0"/>
          <a:lstStyle/>
          <a:p>
            <a:endParaRPr/>
          </a:p>
        </p:txBody>
      </p:sp>
      <p:sp>
        <p:nvSpPr>
          <p:cNvPr id="5" name="object 5">
            <a:extLst>
              <a:ext uri="{FF2B5EF4-FFF2-40B4-BE49-F238E27FC236}">
                <a16:creationId xmlns:a16="http://schemas.microsoft.com/office/drawing/2014/main" id="{A15886D6-5B28-4586-B236-615F21BBBBE5}"/>
              </a:ext>
            </a:extLst>
          </p:cNvPr>
          <p:cNvSpPr txBox="1">
            <a:spLocks noGrp="1"/>
          </p:cNvSpPr>
          <p:nvPr>
            <p:ph type="title"/>
          </p:nvPr>
        </p:nvSpPr>
        <p:spPr>
          <a:xfrm>
            <a:off x="4278672" y="3084034"/>
            <a:ext cx="3634655" cy="689932"/>
          </a:xfrm>
          <a:prstGeom prst="rect">
            <a:avLst/>
          </a:prstGeom>
        </p:spPr>
        <p:txBody>
          <a:bodyPr vert="horz" wrap="square" lIns="0" tIns="12700" rIns="0" bIns="0" rtlCol="0">
            <a:spAutoFit/>
          </a:bodyPr>
          <a:lstStyle/>
          <a:p>
            <a:pPr marL="12700" algn="ctr">
              <a:lnSpc>
                <a:spcPct val="100000"/>
              </a:lnSpc>
              <a:spcBef>
                <a:spcPts val="100"/>
              </a:spcBef>
            </a:pPr>
            <a:r>
              <a:rPr b="1" spc="-5" dirty="0">
                <a:solidFill>
                  <a:schemeClr val="bg1"/>
                </a:solidFill>
                <a:latin typeface="Rubik"/>
              </a:rPr>
              <a:t>Caso</a:t>
            </a:r>
            <a:r>
              <a:rPr b="1" spc="-90" dirty="0">
                <a:solidFill>
                  <a:schemeClr val="bg1"/>
                </a:solidFill>
                <a:latin typeface="Rubik"/>
              </a:rPr>
              <a:t> </a:t>
            </a:r>
            <a:r>
              <a:rPr b="1" spc="-5" dirty="0">
                <a:solidFill>
                  <a:schemeClr val="bg1"/>
                </a:solidFill>
                <a:latin typeface="Rubik"/>
              </a:rPr>
              <a:t>práctico</a:t>
            </a:r>
          </a:p>
        </p:txBody>
      </p:sp>
    </p:spTree>
    <p:extLst>
      <p:ext uri="{BB962C8B-B14F-4D97-AF65-F5344CB8AC3E}">
        <p14:creationId xmlns:p14="http://schemas.microsoft.com/office/powerpoint/2010/main" val="3460638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Caso práctico</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2" name="Google Shape;247;p22">
            <a:extLst>
              <a:ext uri="{FF2B5EF4-FFF2-40B4-BE49-F238E27FC236}">
                <a16:creationId xmlns:a16="http://schemas.microsoft.com/office/drawing/2014/main" id="{B8F58ABC-5C46-D2B2-F33F-3D9B47A8851F}"/>
              </a:ext>
            </a:extLst>
          </p:cNvPr>
          <p:cNvSpPr txBox="1"/>
          <p:nvPr/>
        </p:nvSpPr>
        <p:spPr>
          <a:xfrm>
            <a:off x="620880" y="1143000"/>
            <a:ext cx="10950239" cy="489360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ES" sz="2400" dirty="0">
                <a:solidFill>
                  <a:schemeClr val="dk1"/>
                </a:solidFill>
                <a:latin typeface="Calibri"/>
                <a:ea typeface="Calibri"/>
                <a:cs typeface="Calibri"/>
                <a:sym typeface="Calibri"/>
              </a:rPr>
              <a:t>Realizar ejercicio práctico es una excelente manera de aprender y entender cómo elaborar un patrón de diseño creacional. Aquí tienes un ejercicio práctico detallado que puedes seguir:</a:t>
            </a:r>
            <a:endParaRPr dirty="0"/>
          </a:p>
          <a:p>
            <a:pPr marL="0" marR="0" lvl="0" indent="0" algn="just" rtl="0">
              <a:spcBef>
                <a:spcPts val="0"/>
              </a:spcBef>
              <a:spcAft>
                <a:spcPts val="0"/>
              </a:spcAft>
              <a:buNone/>
            </a:pPr>
            <a:r>
              <a:rPr lang="es-ES" sz="2400" b="1" dirty="0">
                <a:solidFill>
                  <a:schemeClr val="dk1"/>
                </a:solidFill>
                <a:latin typeface="Calibri"/>
                <a:ea typeface="Calibri"/>
                <a:cs typeface="Calibri"/>
                <a:sym typeface="Calibri"/>
              </a:rPr>
              <a:t>Ejercicio Práctico: </a:t>
            </a:r>
            <a:endParaRPr dirty="0"/>
          </a:p>
          <a:p>
            <a:pPr marL="0" marR="0" lvl="0" indent="0" algn="ctr" rtl="0">
              <a:spcBef>
                <a:spcPts val="0"/>
              </a:spcBef>
              <a:spcAft>
                <a:spcPts val="0"/>
              </a:spcAft>
              <a:buNone/>
            </a:pPr>
            <a:r>
              <a:rPr lang="es-ES" sz="2400" b="1" dirty="0">
                <a:solidFill>
                  <a:schemeClr val="dk1"/>
                </a:solidFill>
                <a:latin typeface="Calibri"/>
                <a:ea typeface="Calibri"/>
                <a:cs typeface="Calibri"/>
                <a:sym typeface="Calibri"/>
              </a:rPr>
              <a:t>Caso de Uso: Aplicación de gestión de pedidos</a:t>
            </a:r>
          </a:p>
          <a:p>
            <a:pPr marL="0" marR="0" lvl="0" indent="0" algn="ctr" rtl="0">
              <a:spcBef>
                <a:spcPts val="0"/>
              </a:spcBef>
              <a:spcAft>
                <a:spcPts val="0"/>
              </a:spcAft>
              <a:buNone/>
            </a:pPr>
            <a:r>
              <a:rPr lang="es-ES" sz="2400" b="1" dirty="0">
                <a:solidFill>
                  <a:schemeClr val="dk1"/>
                </a:solidFill>
                <a:latin typeface="Calibri"/>
                <a:ea typeface="Calibri"/>
                <a:cs typeface="Calibri"/>
                <a:sym typeface="Calibri"/>
              </a:rPr>
              <a:t>En una aplicación de gestión de pedidos, se implementa un gestor de conexiones a la base de datos utilizando el patrón </a:t>
            </a:r>
            <a:r>
              <a:rPr lang="es-ES" sz="2400" b="1" dirty="0" err="1">
                <a:solidFill>
                  <a:schemeClr val="dk1"/>
                </a:solidFill>
                <a:latin typeface="Calibri"/>
                <a:ea typeface="Calibri"/>
                <a:cs typeface="Calibri"/>
                <a:sym typeface="Calibri"/>
              </a:rPr>
              <a:t>Singleton</a:t>
            </a:r>
            <a:r>
              <a:rPr lang="es-ES" sz="2400" b="1" dirty="0">
                <a:solidFill>
                  <a:schemeClr val="dk1"/>
                </a:solidFill>
                <a:latin typeface="Calibri"/>
                <a:ea typeface="Calibri"/>
                <a:cs typeface="Calibri"/>
                <a:sym typeface="Calibri"/>
              </a:rPr>
              <a:t> para garantizar que solo exista una única instancia de la conexión a la base de datos en toda la aplicación. Esto permite que diferentes componentes de la aplicación accedan a la base de datos de manera eficiente y centralizada, evitando la creación de múltiples conexiones y mejorando el rendimiento general de la aplicación.</a:t>
            </a:r>
          </a:p>
          <a:p>
            <a:pPr marL="0" marR="0" lvl="0" indent="0" algn="ctr" rtl="0">
              <a:spcBef>
                <a:spcPts val="0"/>
              </a:spcBef>
              <a:spcAft>
                <a:spcPts val="0"/>
              </a:spcAft>
              <a:buNone/>
            </a:pPr>
            <a:r>
              <a:rPr lang="es-ES" sz="2400" b="1" dirty="0">
                <a:solidFill>
                  <a:schemeClr val="dk1"/>
                </a:solidFill>
                <a:latin typeface="Calibri"/>
                <a:ea typeface="Calibri"/>
                <a:cs typeface="Calibri"/>
                <a:sym typeface="Calibri"/>
              </a:rPr>
              <a:t>Objetivos:</a:t>
            </a:r>
            <a:endParaRPr dirty="0"/>
          </a:p>
          <a:p>
            <a:pPr marL="0" marR="0" lvl="0" indent="-152400" algn="just" rtl="0">
              <a:spcBef>
                <a:spcPts val="0"/>
              </a:spcBef>
              <a:spcAft>
                <a:spcPts val="0"/>
              </a:spcAft>
              <a:buClr>
                <a:schemeClr val="dk1"/>
              </a:buClr>
              <a:buSzPts val="2400"/>
              <a:buFont typeface="Calibri"/>
              <a:buAutoNum type="arabicPeriod"/>
            </a:pPr>
            <a:r>
              <a:rPr lang="es-ES" sz="2400" dirty="0">
                <a:solidFill>
                  <a:schemeClr val="dk1"/>
                </a:solidFill>
                <a:latin typeface="Calibri"/>
                <a:ea typeface="Calibri"/>
                <a:cs typeface="Calibri"/>
                <a:sym typeface="Calibri"/>
              </a:rPr>
              <a:t>Elaborar el diagrama de clases UML utilizando el patrón seleccionado.</a:t>
            </a:r>
            <a:endParaRPr dirty="0"/>
          </a:p>
        </p:txBody>
      </p:sp>
    </p:spTree>
    <p:extLst>
      <p:ext uri="{BB962C8B-B14F-4D97-AF65-F5344CB8AC3E}">
        <p14:creationId xmlns:p14="http://schemas.microsoft.com/office/powerpoint/2010/main" val="68067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Sesión 13: Introd. </a:t>
            </a:r>
            <a:r>
              <a:rPr lang="es-ES" sz="2400" b="1" spc="-5" dirty="0" err="1">
                <a:solidFill>
                  <a:srgbClr val="FFFFFF"/>
                </a:solidFill>
                <a:latin typeface="Arial"/>
                <a:cs typeface="Arial"/>
              </a:rPr>
              <a:t>Cassandra</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10" name="object 5">
            <a:extLst>
              <a:ext uri="{FF2B5EF4-FFF2-40B4-BE49-F238E27FC236}">
                <a16:creationId xmlns:a16="http://schemas.microsoft.com/office/drawing/2014/main" id="{435EC088-AD41-45D0-BAA6-A29C3F48F98C}"/>
              </a:ext>
            </a:extLst>
          </p:cNvPr>
          <p:cNvPicPr/>
          <p:nvPr/>
        </p:nvPicPr>
        <p:blipFill>
          <a:blip r:embed="rId2" cstate="print"/>
          <a:stretch>
            <a:fillRect/>
          </a:stretch>
        </p:blipFill>
        <p:spPr>
          <a:xfrm>
            <a:off x="5773909" y="304800"/>
            <a:ext cx="626891" cy="561824"/>
          </a:xfrm>
          <a:prstGeom prst="rect">
            <a:avLst/>
          </a:prstGeom>
        </p:spPr>
      </p:pic>
      <p:sp>
        <p:nvSpPr>
          <p:cNvPr id="9" name="object 3">
            <a:extLst>
              <a:ext uri="{FF2B5EF4-FFF2-40B4-BE49-F238E27FC236}">
                <a16:creationId xmlns:a16="http://schemas.microsoft.com/office/drawing/2014/main" id="{4CCFC334-434E-4946-8150-7F52AD5BD21D}"/>
              </a:ext>
            </a:extLst>
          </p:cNvPr>
          <p:cNvSpPr txBox="1"/>
          <p:nvPr/>
        </p:nvSpPr>
        <p:spPr>
          <a:xfrm>
            <a:off x="2282337" y="1780300"/>
            <a:ext cx="7627325" cy="443711"/>
          </a:xfrm>
          <a:prstGeom prst="rect">
            <a:avLst/>
          </a:prstGeom>
        </p:spPr>
        <p:txBody>
          <a:bodyPr vert="horz" wrap="square" lIns="0" tIns="12700" rIns="0" bIns="0" rtlCol="0">
            <a:spAutoFit/>
          </a:bodyPr>
          <a:lstStyle/>
          <a:p>
            <a:pPr marL="12700" algn="ctr">
              <a:lnSpc>
                <a:spcPct val="100000"/>
              </a:lnSpc>
              <a:spcBef>
                <a:spcPts val="100"/>
              </a:spcBef>
            </a:pPr>
            <a:r>
              <a:rPr sz="2800" spc="-5" dirty="0">
                <a:latin typeface="Arial MT"/>
                <a:cs typeface="Arial MT"/>
              </a:rPr>
              <a:t>¿Quién</a:t>
            </a:r>
            <a:r>
              <a:rPr sz="2800" spc="-25" dirty="0">
                <a:latin typeface="Arial MT"/>
                <a:cs typeface="Arial MT"/>
              </a:rPr>
              <a:t> </a:t>
            </a:r>
            <a:r>
              <a:rPr sz="2800" spc="-5" dirty="0">
                <a:latin typeface="Arial MT"/>
                <a:cs typeface="Arial MT"/>
              </a:rPr>
              <a:t>quisiera</a:t>
            </a:r>
            <a:r>
              <a:rPr sz="2800" spc="-25" dirty="0">
                <a:latin typeface="Arial MT"/>
                <a:cs typeface="Arial MT"/>
              </a:rPr>
              <a:t> </a:t>
            </a:r>
            <a:r>
              <a:rPr sz="2800" spc="-5" dirty="0">
                <a:latin typeface="Arial MT"/>
                <a:cs typeface="Arial MT"/>
              </a:rPr>
              <a:t>participar?</a:t>
            </a:r>
            <a:r>
              <a:rPr sz="2800" spc="-25" dirty="0">
                <a:latin typeface="Arial MT"/>
                <a:cs typeface="Arial MT"/>
              </a:rPr>
              <a:t> </a:t>
            </a:r>
            <a:r>
              <a:rPr sz="2800" dirty="0">
                <a:latin typeface="Arial MT"/>
                <a:cs typeface="Arial MT"/>
              </a:rPr>
              <a:t>(2</a:t>
            </a:r>
            <a:r>
              <a:rPr sz="2800" spc="-25" dirty="0">
                <a:latin typeface="Arial MT"/>
                <a:cs typeface="Arial MT"/>
              </a:rPr>
              <a:t> </a:t>
            </a:r>
            <a:r>
              <a:rPr sz="2800" dirty="0">
                <a:latin typeface="Arial MT"/>
                <a:cs typeface="Arial MT"/>
              </a:rPr>
              <a:t>voluntarios)</a:t>
            </a:r>
          </a:p>
        </p:txBody>
      </p:sp>
      <p:pic>
        <p:nvPicPr>
          <p:cNvPr id="11" name="object 5">
            <a:extLst>
              <a:ext uri="{FF2B5EF4-FFF2-40B4-BE49-F238E27FC236}">
                <a16:creationId xmlns:a16="http://schemas.microsoft.com/office/drawing/2014/main" id="{9D2CA911-F96C-4C2E-940C-40856F4E615C}"/>
              </a:ext>
            </a:extLst>
          </p:cNvPr>
          <p:cNvPicPr/>
          <p:nvPr/>
        </p:nvPicPr>
        <p:blipFill>
          <a:blip r:embed="rId2" cstate="print"/>
          <a:stretch>
            <a:fillRect/>
          </a:stretch>
        </p:blipFill>
        <p:spPr>
          <a:xfrm>
            <a:off x="4730555" y="2895600"/>
            <a:ext cx="2730890" cy="2520334"/>
          </a:xfrm>
          <a:prstGeom prst="rect">
            <a:avLst/>
          </a:prstGeom>
        </p:spPr>
      </p:pic>
    </p:spTree>
    <p:extLst>
      <p:ext uri="{BB962C8B-B14F-4D97-AF65-F5344CB8AC3E}">
        <p14:creationId xmlns:p14="http://schemas.microsoft.com/office/powerpoint/2010/main" val="3696049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Sesión 13: Introd. </a:t>
            </a:r>
            <a:r>
              <a:rPr lang="es-ES" sz="2400" b="1" spc="-5" dirty="0" err="1">
                <a:solidFill>
                  <a:srgbClr val="FFFFFF"/>
                </a:solidFill>
                <a:latin typeface="Arial"/>
                <a:cs typeface="Arial"/>
              </a:rPr>
              <a:t>Cassandra</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2" name="CuadroTexto 11">
            <a:extLst>
              <a:ext uri="{FF2B5EF4-FFF2-40B4-BE49-F238E27FC236}">
                <a16:creationId xmlns:a16="http://schemas.microsoft.com/office/drawing/2014/main" id="{B2751C15-745F-4C85-B21A-843C83F11E8E}"/>
              </a:ext>
            </a:extLst>
          </p:cNvPr>
          <p:cNvSpPr txBox="1"/>
          <p:nvPr/>
        </p:nvSpPr>
        <p:spPr>
          <a:xfrm>
            <a:off x="3039354" y="1831852"/>
            <a:ext cx="6096000" cy="1154162"/>
          </a:xfrm>
          <a:prstGeom prst="rect">
            <a:avLst/>
          </a:prstGeom>
          <a:noFill/>
        </p:spPr>
        <p:txBody>
          <a:bodyPr wrap="square">
            <a:spAutoFit/>
          </a:bodyPr>
          <a:lstStyle/>
          <a:p>
            <a:pPr algn="ctr">
              <a:lnSpc>
                <a:spcPct val="100000"/>
              </a:lnSpc>
              <a:spcBef>
                <a:spcPts val="680"/>
              </a:spcBef>
            </a:pPr>
            <a:r>
              <a:rPr lang="es-ES" sz="3200" spc="-5" dirty="0">
                <a:latin typeface="Arial"/>
                <a:cs typeface="Arial"/>
              </a:rPr>
              <a:t>¿Qué</a:t>
            </a:r>
            <a:r>
              <a:rPr lang="es-ES" sz="3200" spc="-20" dirty="0">
                <a:latin typeface="Arial"/>
                <a:cs typeface="Arial"/>
              </a:rPr>
              <a:t> </a:t>
            </a:r>
            <a:r>
              <a:rPr lang="es-ES" sz="3200" spc="-5" dirty="0">
                <a:latin typeface="Arial"/>
                <a:cs typeface="Arial"/>
              </a:rPr>
              <a:t>se</a:t>
            </a:r>
            <a:r>
              <a:rPr lang="es-ES" sz="3200" spc="-15" dirty="0">
                <a:latin typeface="Arial"/>
                <a:cs typeface="Arial"/>
              </a:rPr>
              <a:t> </a:t>
            </a:r>
            <a:r>
              <a:rPr lang="es-ES" sz="3200" spc="-5" dirty="0">
                <a:latin typeface="Arial"/>
                <a:cs typeface="Arial"/>
              </a:rPr>
              <a:t>les</a:t>
            </a:r>
            <a:r>
              <a:rPr lang="es-ES" sz="3200" spc="-20" dirty="0">
                <a:latin typeface="Arial"/>
                <a:cs typeface="Arial"/>
              </a:rPr>
              <a:t> </a:t>
            </a:r>
            <a:r>
              <a:rPr lang="es-ES" sz="3200" spc="-5" dirty="0">
                <a:latin typeface="Arial"/>
                <a:cs typeface="Arial"/>
              </a:rPr>
              <a:t>hizo</a:t>
            </a:r>
            <a:r>
              <a:rPr lang="es-ES" sz="3200" spc="-15" dirty="0">
                <a:latin typeface="Arial"/>
                <a:cs typeface="Arial"/>
              </a:rPr>
              <a:t> </a:t>
            </a:r>
            <a:r>
              <a:rPr lang="es-ES" sz="3200" spc="-5" dirty="0">
                <a:latin typeface="Arial"/>
                <a:cs typeface="Arial"/>
              </a:rPr>
              <a:t>más</a:t>
            </a:r>
            <a:r>
              <a:rPr lang="es-ES" sz="3200" spc="-20" dirty="0">
                <a:latin typeface="Arial"/>
                <a:cs typeface="Arial"/>
              </a:rPr>
              <a:t> </a:t>
            </a:r>
            <a:r>
              <a:rPr lang="es-ES" sz="3200" dirty="0">
                <a:latin typeface="Arial"/>
                <a:cs typeface="Arial"/>
              </a:rPr>
              <a:t>fácil?</a:t>
            </a:r>
          </a:p>
          <a:p>
            <a:pPr algn="ctr">
              <a:lnSpc>
                <a:spcPct val="100000"/>
              </a:lnSpc>
              <a:spcBef>
                <a:spcPts val="585"/>
              </a:spcBef>
            </a:pPr>
            <a:r>
              <a:rPr lang="es-ES" sz="3200" spc="-5" dirty="0">
                <a:latin typeface="Arial"/>
                <a:cs typeface="Arial"/>
              </a:rPr>
              <a:t>¿Qué</a:t>
            </a:r>
            <a:r>
              <a:rPr lang="es-ES" sz="3200" spc="-20" dirty="0">
                <a:latin typeface="Arial"/>
                <a:cs typeface="Arial"/>
              </a:rPr>
              <a:t> </a:t>
            </a:r>
            <a:r>
              <a:rPr lang="es-ES" sz="3200" spc="-5" dirty="0">
                <a:latin typeface="Arial"/>
                <a:cs typeface="Arial"/>
              </a:rPr>
              <a:t>se</a:t>
            </a:r>
            <a:r>
              <a:rPr lang="es-ES" sz="3200" spc="-20" dirty="0">
                <a:latin typeface="Arial"/>
                <a:cs typeface="Arial"/>
              </a:rPr>
              <a:t> </a:t>
            </a:r>
            <a:r>
              <a:rPr lang="es-ES" sz="3200" spc="-5" dirty="0">
                <a:latin typeface="Arial"/>
                <a:cs typeface="Arial"/>
              </a:rPr>
              <a:t>les</a:t>
            </a:r>
            <a:r>
              <a:rPr lang="es-ES" sz="3200" spc="-20" dirty="0">
                <a:latin typeface="Arial"/>
                <a:cs typeface="Arial"/>
              </a:rPr>
              <a:t> </a:t>
            </a:r>
            <a:r>
              <a:rPr lang="es-ES" sz="3200" spc="-5" dirty="0">
                <a:latin typeface="Arial"/>
                <a:cs typeface="Arial"/>
              </a:rPr>
              <a:t>hizo</a:t>
            </a:r>
            <a:r>
              <a:rPr lang="es-ES" sz="3200" spc="-15" dirty="0">
                <a:latin typeface="Arial"/>
                <a:cs typeface="Arial"/>
              </a:rPr>
              <a:t> </a:t>
            </a:r>
            <a:r>
              <a:rPr lang="es-ES" sz="3200" spc="-5" dirty="0">
                <a:latin typeface="Arial"/>
                <a:cs typeface="Arial"/>
              </a:rPr>
              <a:t>más</a:t>
            </a:r>
            <a:r>
              <a:rPr lang="es-ES" sz="3200" spc="-20" dirty="0">
                <a:latin typeface="Arial"/>
                <a:cs typeface="Arial"/>
              </a:rPr>
              <a:t> </a:t>
            </a:r>
            <a:r>
              <a:rPr lang="es-ES" sz="3200" spc="-5" dirty="0">
                <a:latin typeface="Arial"/>
                <a:cs typeface="Arial"/>
              </a:rPr>
              <a:t>retador?</a:t>
            </a:r>
            <a:endParaRPr lang="es-ES" sz="3200" dirty="0">
              <a:latin typeface="Arial"/>
              <a:cs typeface="Arial"/>
            </a:endParaRPr>
          </a:p>
        </p:txBody>
      </p:sp>
      <p:pic>
        <p:nvPicPr>
          <p:cNvPr id="13" name="object 4">
            <a:extLst>
              <a:ext uri="{FF2B5EF4-FFF2-40B4-BE49-F238E27FC236}">
                <a16:creationId xmlns:a16="http://schemas.microsoft.com/office/drawing/2014/main" id="{92ED82CC-0303-4C90-82F6-3B913B77FAE0}"/>
              </a:ext>
            </a:extLst>
          </p:cNvPr>
          <p:cNvPicPr/>
          <p:nvPr/>
        </p:nvPicPr>
        <p:blipFill>
          <a:blip r:embed="rId2" cstate="print"/>
          <a:stretch>
            <a:fillRect/>
          </a:stretch>
        </p:blipFill>
        <p:spPr>
          <a:xfrm>
            <a:off x="4953000" y="3618011"/>
            <a:ext cx="2047300" cy="2047300"/>
          </a:xfrm>
          <a:prstGeom prst="rect">
            <a:avLst/>
          </a:prstGeom>
        </p:spPr>
      </p:pic>
      <p:pic>
        <p:nvPicPr>
          <p:cNvPr id="14" name="object 4">
            <a:extLst>
              <a:ext uri="{FF2B5EF4-FFF2-40B4-BE49-F238E27FC236}">
                <a16:creationId xmlns:a16="http://schemas.microsoft.com/office/drawing/2014/main" id="{DFA14601-CB10-4DE1-8C05-A33670A49AD7}"/>
              </a:ext>
            </a:extLst>
          </p:cNvPr>
          <p:cNvPicPr/>
          <p:nvPr/>
        </p:nvPicPr>
        <p:blipFill>
          <a:blip r:embed="rId2" cstate="print"/>
          <a:stretch>
            <a:fillRect/>
          </a:stretch>
        </p:blipFill>
        <p:spPr>
          <a:xfrm>
            <a:off x="5766673" y="318461"/>
            <a:ext cx="548164" cy="548164"/>
          </a:xfrm>
          <a:prstGeom prst="rect">
            <a:avLst/>
          </a:prstGeom>
        </p:spPr>
      </p:pic>
    </p:spTree>
    <p:extLst>
      <p:ext uri="{BB962C8B-B14F-4D97-AF65-F5344CB8AC3E}">
        <p14:creationId xmlns:p14="http://schemas.microsoft.com/office/powerpoint/2010/main" val="694928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Aprendizajes</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2" name="CuadroTexto 11">
            <a:extLst>
              <a:ext uri="{FF2B5EF4-FFF2-40B4-BE49-F238E27FC236}">
                <a16:creationId xmlns:a16="http://schemas.microsoft.com/office/drawing/2014/main" id="{B2751C15-745F-4C85-B21A-843C83F11E8E}"/>
              </a:ext>
            </a:extLst>
          </p:cNvPr>
          <p:cNvSpPr txBox="1"/>
          <p:nvPr/>
        </p:nvSpPr>
        <p:spPr>
          <a:xfrm>
            <a:off x="2243577" y="3149025"/>
            <a:ext cx="7687554" cy="584775"/>
          </a:xfrm>
          <a:prstGeom prst="rect">
            <a:avLst/>
          </a:prstGeom>
          <a:noFill/>
        </p:spPr>
        <p:txBody>
          <a:bodyPr wrap="square">
            <a:spAutoFit/>
          </a:bodyPr>
          <a:lstStyle/>
          <a:p>
            <a:pPr marL="12700" algn="ctr">
              <a:lnSpc>
                <a:spcPct val="100000"/>
              </a:lnSpc>
              <a:spcBef>
                <a:spcPts val="100"/>
              </a:spcBef>
            </a:pPr>
            <a:r>
              <a:rPr lang="es-ES" sz="3200" b="1" spc="-5" dirty="0">
                <a:latin typeface="Arial"/>
                <a:cs typeface="Arial"/>
              </a:rPr>
              <a:t>¿Qué</a:t>
            </a:r>
            <a:r>
              <a:rPr lang="es-ES" sz="3200" b="1" spc="-20" dirty="0">
                <a:latin typeface="Arial"/>
                <a:cs typeface="Arial"/>
              </a:rPr>
              <a:t> </a:t>
            </a:r>
            <a:r>
              <a:rPr lang="es-ES" sz="3200" b="1" spc="-5" dirty="0">
                <a:latin typeface="Arial"/>
                <a:cs typeface="Arial"/>
              </a:rPr>
              <a:t>hemos</a:t>
            </a:r>
            <a:r>
              <a:rPr lang="es-ES" sz="3200" b="1" spc="-15" dirty="0">
                <a:latin typeface="Arial"/>
                <a:cs typeface="Arial"/>
              </a:rPr>
              <a:t> </a:t>
            </a:r>
            <a:r>
              <a:rPr lang="es-ES" sz="3200" b="1" spc="-5" dirty="0">
                <a:latin typeface="Arial"/>
                <a:cs typeface="Arial"/>
              </a:rPr>
              <a:t>aprendido</a:t>
            </a:r>
            <a:r>
              <a:rPr lang="es-ES" sz="3200" b="1" spc="-15" dirty="0">
                <a:latin typeface="Arial"/>
                <a:cs typeface="Arial"/>
              </a:rPr>
              <a:t> </a:t>
            </a:r>
            <a:r>
              <a:rPr lang="es-ES" sz="3200" b="1" spc="-5" dirty="0">
                <a:latin typeface="Arial"/>
                <a:cs typeface="Arial"/>
              </a:rPr>
              <a:t>el</a:t>
            </a:r>
            <a:r>
              <a:rPr lang="es-ES" sz="3200" b="1" spc="-15" dirty="0">
                <a:latin typeface="Arial"/>
                <a:cs typeface="Arial"/>
              </a:rPr>
              <a:t> </a:t>
            </a:r>
            <a:r>
              <a:rPr lang="es-ES" sz="3200" b="1" spc="-5" dirty="0">
                <a:latin typeface="Arial"/>
                <a:cs typeface="Arial"/>
              </a:rPr>
              <a:t>día</a:t>
            </a:r>
            <a:r>
              <a:rPr lang="es-ES" sz="3200" b="1" spc="-15" dirty="0">
                <a:latin typeface="Arial"/>
                <a:cs typeface="Arial"/>
              </a:rPr>
              <a:t> </a:t>
            </a:r>
            <a:r>
              <a:rPr lang="es-ES" sz="3200" b="1" spc="-5" dirty="0">
                <a:latin typeface="Arial"/>
                <a:cs typeface="Arial"/>
              </a:rPr>
              <a:t>de</a:t>
            </a:r>
            <a:r>
              <a:rPr lang="es-ES" sz="3200" b="1" spc="-20" dirty="0">
                <a:latin typeface="Arial"/>
                <a:cs typeface="Arial"/>
              </a:rPr>
              <a:t> </a:t>
            </a:r>
            <a:r>
              <a:rPr lang="es-ES" sz="3200" b="1" spc="-5" dirty="0">
                <a:latin typeface="Arial"/>
                <a:cs typeface="Arial"/>
              </a:rPr>
              <a:t>hoy?</a:t>
            </a:r>
            <a:endParaRPr lang="es-ES" sz="3200" dirty="0">
              <a:latin typeface="Arial"/>
              <a:cs typeface="Arial"/>
            </a:endParaRPr>
          </a:p>
        </p:txBody>
      </p:sp>
      <p:pic>
        <p:nvPicPr>
          <p:cNvPr id="9" name="object 4">
            <a:extLst>
              <a:ext uri="{FF2B5EF4-FFF2-40B4-BE49-F238E27FC236}">
                <a16:creationId xmlns:a16="http://schemas.microsoft.com/office/drawing/2014/main" id="{F428FEBE-63F0-4356-811F-98BF885720BA}"/>
              </a:ext>
            </a:extLst>
          </p:cNvPr>
          <p:cNvPicPr/>
          <p:nvPr/>
        </p:nvPicPr>
        <p:blipFill>
          <a:blip r:embed="rId2" cstate="print"/>
          <a:stretch>
            <a:fillRect/>
          </a:stretch>
        </p:blipFill>
        <p:spPr>
          <a:xfrm>
            <a:off x="5766673" y="318461"/>
            <a:ext cx="548164" cy="548164"/>
          </a:xfrm>
          <a:prstGeom prst="rect">
            <a:avLst/>
          </a:prstGeom>
        </p:spPr>
      </p:pic>
    </p:spTree>
    <p:extLst>
      <p:ext uri="{BB962C8B-B14F-4D97-AF65-F5344CB8AC3E}">
        <p14:creationId xmlns:p14="http://schemas.microsoft.com/office/powerpoint/2010/main" val="808151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Conclusiones</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2" name="CuadroTexto 11">
            <a:extLst>
              <a:ext uri="{FF2B5EF4-FFF2-40B4-BE49-F238E27FC236}">
                <a16:creationId xmlns:a16="http://schemas.microsoft.com/office/drawing/2014/main" id="{B2751C15-745F-4C85-B21A-843C83F11E8E}"/>
              </a:ext>
            </a:extLst>
          </p:cNvPr>
          <p:cNvSpPr txBox="1"/>
          <p:nvPr/>
        </p:nvSpPr>
        <p:spPr>
          <a:xfrm>
            <a:off x="2243577" y="2644170"/>
            <a:ext cx="7687554" cy="1569660"/>
          </a:xfrm>
          <a:prstGeom prst="rect">
            <a:avLst/>
          </a:prstGeom>
          <a:noFill/>
        </p:spPr>
        <p:txBody>
          <a:bodyPr wrap="square">
            <a:spAutoFit/>
          </a:bodyPr>
          <a:lstStyle/>
          <a:p>
            <a:pPr marL="12700" algn="ctr">
              <a:lnSpc>
                <a:spcPct val="100000"/>
              </a:lnSpc>
              <a:spcBef>
                <a:spcPts val="100"/>
              </a:spcBef>
            </a:pPr>
            <a:r>
              <a:rPr lang="es-ES" sz="3200" spc="-5" dirty="0">
                <a:latin typeface="Arial"/>
                <a:cs typeface="Arial"/>
              </a:rPr>
              <a:t>Tomar apuntes de manera eficaz ayuda a consolidar el  aprendizaje y prepararse para los exámenes.</a:t>
            </a:r>
          </a:p>
        </p:txBody>
      </p:sp>
      <p:pic>
        <p:nvPicPr>
          <p:cNvPr id="7" name="object 7">
            <a:extLst>
              <a:ext uri="{FF2B5EF4-FFF2-40B4-BE49-F238E27FC236}">
                <a16:creationId xmlns:a16="http://schemas.microsoft.com/office/drawing/2014/main" id="{C43E916E-CF2E-42D4-96E7-92D72D2AC94F}"/>
              </a:ext>
            </a:extLst>
          </p:cNvPr>
          <p:cNvPicPr/>
          <p:nvPr/>
        </p:nvPicPr>
        <p:blipFill>
          <a:blip r:embed="rId2" cstate="print"/>
          <a:stretch>
            <a:fillRect/>
          </a:stretch>
        </p:blipFill>
        <p:spPr>
          <a:xfrm>
            <a:off x="5705310" y="304802"/>
            <a:ext cx="561824" cy="561824"/>
          </a:xfrm>
          <a:prstGeom prst="rect">
            <a:avLst/>
          </a:prstGeom>
        </p:spPr>
      </p:pic>
    </p:spTree>
    <p:extLst>
      <p:ext uri="{BB962C8B-B14F-4D97-AF65-F5344CB8AC3E}">
        <p14:creationId xmlns:p14="http://schemas.microsoft.com/office/powerpoint/2010/main" val="1064601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Conclusiones</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sp>
        <p:nvSpPr>
          <p:cNvPr id="12" name="CuadroTexto 11">
            <a:extLst>
              <a:ext uri="{FF2B5EF4-FFF2-40B4-BE49-F238E27FC236}">
                <a16:creationId xmlns:a16="http://schemas.microsoft.com/office/drawing/2014/main" id="{B2751C15-745F-4C85-B21A-843C83F11E8E}"/>
              </a:ext>
            </a:extLst>
          </p:cNvPr>
          <p:cNvSpPr txBox="1"/>
          <p:nvPr/>
        </p:nvSpPr>
        <p:spPr>
          <a:xfrm>
            <a:off x="533400" y="1532346"/>
            <a:ext cx="10058400" cy="3195747"/>
          </a:xfrm>
          <a:prstGeom prst="rect">
            <a:avLst/>
          </a:prstGeom>
          <a:noFill/>
        </p:spPr>
        <p:txBody>
          <a:bodyPr wrap="square">
            <a:spAutoFit/>
          </a:bodyPr>
          <a:lstStyle/>
          <a:p>
            <a:pPr marL="12700">
              <a:lnSpc>
                <a:spcPct val="100000"/>
              </a:lnSpc>
              <a:spcBef>
                <a:spcPts val="100"/>
              </a:spcBef>
            </a:pPr>
            <a:r>
              <a:rPr lang="es-ES" sz="2400" spc="-5" dirty="0">
                <a:latin typeface="Arial"/>
                <a:cs typeface="Arial"/>
              </a:rPr>
              <a:t>La creación de instancias de clases es fundamental para varios patrones de diseño. </a:t>
            </a:r>
          </a:p>
          <a:p>
            <a:pPr marL="12700">
              <a:lnSpc>
                <a:spcPct val="100000"/>
              </a:lnSpc>
              <a:spcBef>
                <a:spcPts val="100"/>
              </a:spcBef>
            </a:pPr>
            <a:r>
              <a:rPr lang="es-ES" sz="2400" spc="-5" dirty="0">
                <a:latin typeface="Arial"/>
                <a:cs typeface="Arial"/>
              </a:rPr>
              <a:t>Este patrón se divide en dos tipos: patrones de creación de clases y patrones de creación de objetos. </a:t>
            </a:r>
          </a:p>
          <a:p>
            <a:pPr marL="12700">
              <a:lnSpc>
                <a:spcPct val="100000"/>
              </a:lnSpc>
              <a:spcBef>
                <a:spcPts val="100"/>
              </a:spcBef>
            </a:pPr>
            <a:r>
              <a:rPr lang="es-ES" sz="2400" spc="-5" dirty="0">
                <a:latin typeface="Arial"/>
                <a:cs typeface="Arial"/>
              </a:rPr>
              <a:t>Mientras que los patrones de creación de clases emplean la herencia en el proceso de creación de instancias, los patrones de creación de objetos utilizan de manera eficaz la delegación.</a:t>
            </a:r>
          </a:p>
          <a:p>
            <a:pPr marL="12700">
              <a:lnSpc>
                <a:spcPct val="100000"/>
              </a:lnSpc>
              <a:spcBef>
                <a:spcPts val="100"/>
              </a:spcBef>
            </a:pPr>
            <a:endParaRPr lang="es-ES" sz="3200" spc="-5" dirty="0">
              <a:latin typeface="Arial"/>
              <a:cs typeface="Arial"/>
            </a:endParaRPr>
          </a:p>
        </p:txBody>
      </p:sp>
      <p:pic>
        <p:nvPicPr>
          <p:cNvPr id="7" name="object 7">
            <a:extLst>
              <a:ext uri="{FF2B5EF4-FFF2-40B4-BE49-F238E27FC236}">
                <a16:creationId xmlns:a16="http://schemas.microsoft.com/office/drawing/2014/main" id="{C43E916E-CF2E-42D4-96E7-92D72D2AC94F}"/>
              </a:ext>
            </a:extLst>
          </p:cNvPr>
          <p:cNvPicPr/>
          <p:nvPr/>
        </p:nvPicPr>
        <p:blipFill>
          <a:blip r:embed="rId2" cstate="print"/>
          <a:stretch>
            <a:fillRect/>
          </a:stretch>
        </p:blipFill>
        <p:spPr>
          <a:xfrm>
            <a:off x="5705310" y="304802"/>
            <a:ext cx="561824" cy="561824"/>
          </a:xfrm>
          <a:prstGeom prst="rect">
            <a:avLst/>
          </a:prstGeom>
        </p:spPr>
      </p:pic>
    </p:spTree>
    <p:extLst>
      <p:ext uri="{BB962C8B-B14F-4D97-AF65-F5344CB8AC3E}">
        <p14:creationId xmlns:p14="http://schemas.microsoft.com/office/powerpoint/2010/main" val="2028596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Tarea</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7" name="object 7">
            <a:extLst>
              <a:ext uri="{FF2B5EF4-FFF2-40B4-BE49-F238E27FC236}">
                <a16:creationId xmlns:a16="http://schemas.microsoft.com/office/drawing/2014/main" id="{C43E916E-CF2E-42D4-96E7-92D72D2AC94F}"/>
              </a:ext>
            </a:extLst>
          </p:cNvPr>
          <p:cNvPicPr/>
          <p:nvPr/>
        </p:nvPicPr>
        <p:blipFill>
          <a:blip r:embed="rId2" cstate="print"/>
          <a:stretch>
            <a:fillRect/>
          </a:stretch>
        </p:blipFill>
        <p:spPr>
          <a:xfrm>
            <a:off x="5705310" y="304802"/>
            <a:ext cx="561824" cy="561824"/>
          </a:xfrm>
          <a:prstGeom prst="rect">
            <a:avLst/>
          </a:prstGeom>
        </p:spPr>
      </p:pic>
      <p:sp>
        <p:nvSpPr>
          <p:cNvPr id="9" name="object 6">
            <a:extLst>
              <a:ext uri="{FF2B5EF4-FFF2-40B4-BE49-F238E27FC236}">
                <a16:creationId xmlns:a16="http://schemas.microsoft.com/office/drawing/2014/main" id="{40D386DC-46A8-4028-8651-49DAA78E864A}"/>
              </a:ext>
            </a:extLst>
          </p:cNvPr>
          <p:cNvSpPr txBox="1"/>
          <p:nvPr/>
        </p:nvSpPr>
        <p:spPr>
          <a:xfrm>
            <a:off x="1055948" y="1690498"/>
            <a:ext cx="10080101" cy="2998898"/>
          </a:xfrm>
          <a:prstGeom prst="rect">
            <a:avLst/>
          </a:prstGeom>
        </p:spPr>
        <p:txBody>
          <a:bodyPr vert="horz" wrap="square" lIns="0" tIns="43815" rIns="0" bIns="0" rtlCol="0">
            <a:spAutoFit/>
          </a:bodyPr>
          <a:lstStyle/>
          <a:p>
            <a:pPr marL="379095" marR="5080" indent="-367030">
              <a:buChar char="●"/>
              <a:tabLst>
                <a:tab pos="379095" algn="l"/>
                <a:tab pos="379730" algn="l"/>
              </a:tabLst>
            </a:pPr>
            <a:endParaRPr lang="es-ES" sz="2400" spc="-5" dirty="0">
              <a:latin typeface="Arial" panose="020B0604020202020204" pitchFamily="34" charset="0"/>
              <a:cs typeface="Arial" panose="020B0604020202020204" pitchFamily="34" charset="0"/>
            </a:endParaRPr>
          </a:p>
          <a:p>
            <a:pPr marL="379095" marR="5080" indent="-367030">
              <a:buChar char="●"/>
              <a:tabLst>
                <a:tab pos="379095" algn="l"/>
                <a:tab pos="379730" algn="l"/>
              </a:tabLst>
            </a:pPr>
            <a:r>
              <a:rPr lang="es-PE" sz="2400" spc="-5" dirty="0">
                <a:latin typeface="Arial" panose="020B0604020202020204" pitchFamily="34" charset="0"/>
                <a:cs typeface="Arial" panose="020B0604020202020204" pitchFamily="34" charset="0"/>
              </a:rPr>
              <a:t>Elabora la actividad práctica de acuerdo a la guía de laboratorio de sesión</a:t>
            </a:r>
          </a:p>
          <a:p>
            <a:pPr marL="379095" marR="5080" indent="-367030">
              <a:buChar char="●"/>
              <a:tabLst>
                <a:tab pos="379095" algn="l"/>
                <a:tab pos="379730" algn="l"/>
              </a:tabLst>
            </a:pPr>
            <a:endParaRPr lang="es-PE" sz="2400" spc="-5" dirty="0">
              <a:latin typeface="Arial" panose="020B0604020202020204" pitchFamily="34" charset="0"/>
              <a:cs typeface="Arial" panose="020B0604020202020204" pitchFamily="34" charset="0"/>
            </a:endParaRPr>
          </a:p>
          <a:p>
            <a:pPr marL="379095" marR="5080" indent="-367030">
              <a:buChar char="●"/>
              <a:tabLst>
                <a:tab pos="379095" algn="l"/>
                <a:tab pos="379730" algn="l"/>
              </a:tabLst>
            </a:pPr>
            <a:r>
              <a:rPr sz="2400" spc="-5" dirty="0" err="1">
                <a:latin typeface="Arial" panose="020B0604020202020204" pitchFamily="34" charset="0"/>
                <a:cs typeface="Arial" panose="020B0604020202020204" pitchFamily="34" charset="0"/>
              </a:rPr>
              <a:t>Sube</a:t>
            </a:r>
            <a:r>
              <a:rPr sz="2400" spc="-5" dirty="0">
                <a:latin typeface="Arial" panose="020B0604020202020204" pitchFamily="34" charset="0"/>
                <a:cs typeface="Arial" panose="020B0604020202020204" pitchFamily="34" charset="0"/>
              </a:rPr>
              <a:t> la actividad </a:t>
            </a:r>
            <a:r>
              <a:rPr sz="2400" spc="-5" dirty="0" err="1">
                <a:latin typeface="Arial" panose="020B0604020202020204" pitchFamily="34" charset="0"/>
                <a:cs typeface="Arial" panose="020B0604020202020204" pitchFamily="34" charset="0"/>
              </a:rPr>
              <a:t>práctica</a:t>
            </a:r>
            <a:r>
              <a:rPr sz="2400" spc="-5" dirty="0">
                <a:latin typeface="Arial" panose="020B0604020202020204" pitchFamily="34" charset="0"/>
                <a:cs typeface="Arial" panose="020B0604020202020204" pitchFamily="34" charset="0"/>
              </a:rPr>
              <a:t> </a:t>
            </a:r>
            <a:r>
              <a:rPr sz="2400" spc="-5" dirty="0" err="1">
                <a:latin typeface="Arial" panose="020B0604020202020204" pitchFamily="34" charset="0"/>
                <a:cs typeface="Arial" panose="020B0604020202020204" pitchFamily="34" charset="0"/>
              </a:rPr>
              <a:t>en</a:t>
            </a:r>
            <a:r>
              <a:rPr sz="2400" spc="-5" dirty="0">
                <a:latin typeface="Arial" panose="020B0604020202020204" pitchFamily="34" charset="0"/>
                <a:cs typeface="Arial" panose="020B0604020202020204" pitchFamily="34" charset="0"/>
              </a:rPr>
              <a:t> la </a:t>
            </a:r>
            <a:r>
              <a:rPr sz="2400" spc="-49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plataforma</a:t>
            </a:r>
            <a:r>
              <a:rPr sz="2400" spc="-1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virtual</a:t>
            </a:r>
            <a:r>
              <a:rPr sz="2400" spc="-5" dirty="0">
                <a:latin typeface="Arial" panose="020B0604020202020204" pitchFamily="34" charset="0"/>
                <a:cs typeface="Arial" panose="020B0604020202020204" pitchFamily="34" charset="0"/>
              </a:rPr>
              <a:t> de</a:t>
            </a:r>
            <a:r>
              <a:rPr sz="2400" spc="-1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aprendizaje</a:t>
            </a:r>
            <a:endParaRPr sz="2400" dirty="0">
              <a:latin typeface="Arial" panose="020B0604020202020204" pitchFamily="34" charset="0"/>
              <a:cs typeface="Arial" panose="020B0604020202020204" pitchFamily="34" charset="0"/>
            </a:endParaRPr>
          </a:p>
          <a:p>
            <a:pPr>
              <a:buFont typeface="Arial MT"/>
              <a:buChar char="●"/>
            </a:pPr>
            <a:endParaRPr sz="2400" dirty="0">
              <a:latin typeface="Arial" panose="020B0604020202020204" pitchFamily="34" charset="0"/>
              <a:cs typeface="Arial" panose="020B0604020202020204" pitchFamily="34" charset="0"/>
            </a:endParaRPr>
          </a:p>
          <a:p>
            <a:pPr marL="379095" indent="-367030">
              <a:buChar char="●"/>
              <a:tabLst>
                <a:tab pos="379095" algn="l"/>
                <a:tab pos="379730" algn="l"/>
              </a:tabLst>
            </a:pPr>
            <a:r>
              <a:rPr sz="2400" spc="-5" dirty="0">
                <a:latin typeface="Arial" panose="020B0604020202020204" pitchFamily="34" charset="0"/>
                <a:cs typeface="Arial" panose="020B0604020202020204" pitchFamily="34" charset="0"/>
              </a:rPr>
              <a:t>Guarda</a:t>
            </a:r>
            <a:r>
              <a:rPr sz="2400" spc="-20"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la</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actividad</a:t>
            </a:r>
            <a:r>
              <a:rPr sz="2400" spc="-15"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con</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la</a:t>
            </a:r>
            <a:r>
              <a:rPr sz="2400" spc="-20" dirty="0">
                <a:latin typeface="Arial" panose="020B0604020202020204" pitchFamily="34" charset="0"/>
                <a:cs typeface="Arial" panose="020B0604020202020204" pitchFamily="34" charset="0"/>
              </a:rPr>
              <a:t> </a:t>
            </a:r>
            <a:r>
              <a:rPr sz="2400" dirty="0">
                <a:latin typeface="Arial" panose="020B0604020202020204" pitchFamily="34" charset="0"/>
                <a:cs typeface="Arial" panose="020B0604020202020204" pitchFamily="34" charset="0"/>
              </a:rPr>
              <a:t>siguiente</a:t>
            </a:r>
            <a:r>
              <a:rPr sz="2400" spc="-15" dirty="0">
                <a:latin typeface="Arial" panose="020B0604020202020204" pitchFamily="34" charset="0"/>
                <a:cs typeface="Arial" panose="020B0604020202020204" pitchFamily="34" charset="0"/>
              </a:rPr>
              <a:t> </a:t>
            </a:r>
            <a:r>
              <a:rPr sz="2400" spc="-5" dirty="0">
                <a:latin typeface="Arial" panose="020B0604020202020204" pitchFamily="34" charset="0"/>
                <a:cs typeface="Arial" panose="020B0604020202020204" pitchFamily="34" charset="0"/>
              </a:rPr>
              <a:t>etiqueta:</a:t>
            </a:r>
            <a:endParaRPr sz="2400" dirty="0">
              <a:latin typeface="Arial" panose="020B0604020202020204" pitchFamily="34" charset="0"/>
              <a:cs typeface="Arial" panose="020B0604020202020204" pitchFamily="34" charset="0"/>
            </a:endParaRPr>
          </a:p>
          <a:p>
            <a:pPr marL="379095"/>
            <a:r>
              <a:rPr lang="es-ES" sz="2400" b="1" i="1" spc="-5" dirty="0">
                <a:latin typeface="Arial" panose="020B0604020202020204" pitchFamily="34" charset="0"/>
                <a:cs typeface="Arial" panose="020B0604020202020204" pitchFamily="34" charset="0"/>
              </a:rPr>
              <a:t>DPA</a:t>
            </a:r>
            <a:r>
              <a:rPr sz="2400" b="1" i="1" spc="-5" dirty="0">
                <a:latin typeface="Arial" panose="020B0604020202020204" pitchFamily="34" charset="0"/>
                <a:cs typeface="Arial" panose="020B0604020202020204" pitchFamily="34" charset="0"/>
              </a:rPr>
              <a:t>_</a:t>
            </a:r>
            <a:r>
              <a:rPr sz="2400" b="1" i="1" spc="-5" dirty="0" err="1">
                <a:latin typeface="Arial" panose="020B0604020202020204" pitchFamily="34" charset="0"/>
                <a:cs typeface="Arial" panose="020B0604020202020204" pitchFamily="34" charset="0"/>
              </a:rPr>
              <a:t>Actividad</a:t>
            </a:r>
            <a:r>
              <a:rPr lang="es-ES" sz="2400" b="1" i="1" spc="-5" dirty="0">
                <a:latin typeface="Arial" panose="020B0604020202020204" pitchFamily="34" charset="0"/>
                <a:cs typeface="Arial" panose="020B0604020202020204" pitchFamily="34" charset="0"/>
              </a:rPr>
              <a:t>06</a:t>
            </a:r>
            <a:r>
              <a:rPr sz="2400" b="1" i="1" spc="-5" dirty="0">
                <a:latin typeface="Arial" panose="020B0604020202020204" pitchFamily="34" charset="0"/>
                <a:cs typeface="Arial" panose="020B0604020202020204" pitchFamily="34" charset="0"/>
              </a:rPr>
              <a:t>_NombreApellido</a:t>
            </a:r>
            <a:endParaRPr sz="2400" dirty="0">
              <a:latin typeface="Arial" panose="020B0604020202020204" pitchFamily="34" charset="0"/>
              <a:cs typeface="Arial" panose="020B0604020202020204" pitchFamily="34" charset="0"/>
            </a:endParaRPr>
          </a:p>
        </p:txBody>
      </p:sp>
      <p:sp>
        <p:nvSpPr>
          <p:cNvPr id="10" name="object 7">
            <a:extLst>
              <a:ext uri="{FF2B5EF4-FFF2-40B4-BE49-F238E27FC236}">
                <a16:creationId xmlns:a16="http://schemas.microsoft.com/office/drawing/2014/main" id="{6C1EBD77-2009-467A-8F43-D98057869CA7}"/>
              </a:ext>
            </a:extLst>
          </p:cNvPr>
          <p:cNvSpPr txBox="1"/>
          <p:nvPr/>
        </p:nvSpPr>
        <p:spPr>
          <a:xfrm>
            <a:off x="1243933" y="5472302"/>
            <a:ext cx="9704133" cy="369332"/>
          </a:xfrm>
          <a:prstGeom prst="rect">
            <a:avLst/>
          </a:prstGeom>
          <a:solidFill>
            <a:srgbClr val="D9EAD3"/>
          </a:solidFill>
        </p:spPr>
        <p:txBody>
          <a:bodyPr vert="horz" wrap="square" lIns="0" tIns="0" rIns="0" bIns="0" rtlCol="0">
            <a:spAutoFit/>
          </a:bodyPr>
          <a:lstStyle/>
          <a:p>
            <a:pPr algn="ctr">
              <a:spcBef>
                <a:spcPts val="600"/>
              </a:spcBef>
              <a:spcAft>
                <a:spcPts val="600"/>
              </a:spcAft>
            </a:pPr>
            <a:r>
              <a:rPr sz="2400" i="1" spc="-5" dirty="0">
                <a:latin typeface="Arial" panose="020B0604020202020204" pitchFamily="34" charset="0"/>
                <a:cs typeface="Arial" panose="020B0604020202020204" pitchFamily="34" charset="0"/>
              </a:rPr>
              <a:t>Nota:</a:t>
            </a:r>
            <a:r>
              <a:rPr sz="2400" i="1" spc="-10" dirty="0">
                <a:latin typeface="Arial" panose="020B0604020202020204" pitchFamily="34" charset="0"/>
                <a:cs typeface="Arial" panose="020B0604020202020204" pitchFamily="34" charset="0"/>
              </a:rPr>
              <a:t> </a:t>
            </a:r>
            <a:r>
              <a:rPr sz="2400" i="1" spc="-5" dirty="0">
                <a:latin typeface="Arial" panose="020B0604020202020204" pitchFamily="34" charset="0"/>
                <a:cs typeface="Arial" panose="020B0604020202020204" pitchFamily="34" charset="0"/>
              </a:rPr>
              <a:t>No</a:t>
            </a:r>
            <a:r>
              <a:rPr lang="es-ES" sz="2400" i="1" spc="-10" dirty="0">
                <a:latin typeface="Arial" panose="020B0604020202020204" pitchFamily="34" charset="0"/>
                <a:cs typeface="Arial" panose="020B0604020202020204" pitchFamily="34" charset="0"/>
              </a:rPr>
              <a:t> </a:t>
            </a:r>
            <a:r>
              <a:rPr lang="es-PE" sz="2400" i="1" spc="-5" dirty="0">
                <a:latin typeface="Arial" panose="020B0604020202020204" pitchFamily="34" charset="0"/>
                <a:cs typeface="Arial" panose="020B0604020202020204" pitchFamily="34" charset="0"/>
              </a:rPr>
              <a:t>olvides </a:t>
            </a:r>
            <a:r>
              <a:rPr lang="es-ES" sz="2400" i="1" spc="-5" dirty="0">
                <a:latin typeface="Arial" panose="020B0604020202020204" pitchFamily="34" charset="0"/>
                <a:cs typeface="Arial" panose="020B0604020202020204" pitchFamily="34" charset="0"/>
              </a:rPr>
              <a:t>t</a:t>
            </a:r>
            <a:r>
              <a:rPr lang="es-PE" sz="2400" i="1" spc="-5" dirty="0" err="1">
                <a:latin typeface="Arial" panose="020B0604020202020204" pitchFamily="34" charset="0"/>
                <a:cs typeface="Arial" panose="020B0604020202020204" pitchFamily="34" charset="0"/>
              </a:rPr>
              <a:t>ambién</a:t>
            </a:r>
            <a:r>
              <a:rPr sz="2400" i="1" spc="-10" dirty="0">
                <a:latin typeface="Arial" panose="020B0604020202020204" pitchFamily="34" charset="0"/>
                <a:cs typeface="Arial" panose="020B0604020202020204" pitchFamily="34" charset="0"/>
              </a:rPr>
              <a:t> </a:t>
            </a:r>
            <a:r>
              <a:rPr lang="es-ES" sz="2400" i="1" spc="-10" dirty="0">
                <a:latin typeface="Arial" panose="020B0604020202020204" pitchFamily="34" charset="0"/>
                <a:cs typeface="Arial" panose="020B0604020202020204" pitchFamily="34" charset="0"/>
              </a:rPr>
              <a:t>revisar tu plataforma </a:t>
            </a:r>
            <a:r>
              <a:rPr lang="es-ES" sz="2400" i="1" spc="-10" dirty="0" err="1">
                <a:latin typeface="Arial" panose="020B0604020202020204" pitchFamily="34" charset="0"/>
                <a:cs typeface="Arial" panose="020B0604020202020204" pitchFamily="34" charset="0"/>
              </a:rPr>
              <a:t>UTP+Class</a:t>
            </a:r>
            <a:endParaRP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0398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Recursos</a:t>
            </a:r>
            <a:endParaRPr lang="es-PE" sz="2400" dirty="0">
              <a:latin typeface="Arial"/>
              <a:cs typeface="Arial"/>
            </a:endParaRPr>
          </a:p>
        </p:txBody>
      </p:sp>
      <p:sp>
        <p:nvSpPr>
          <p:cNvPr id="8" name="object 8">
            <a:extLst>
              <a:ext uri="{FF2B5EF4-FFF2-40B4-BE49-F238E27FC236}">
                <a16:creationId xmlns:a16="http://schemas.microsoft.com/office/drawing/2014/main" id="{A814BB19-1D9E-4067-AEBA-01A9345F4FE9}"/>
              </a:ext>
            </a:extLst>
          </p:cNvPr>
          <p:cNvSpPr txBox="1"/>
          <p:nvPr/>
        </p:nvSpPr>
        <p:spPr>
          <a:xfrm>
            <a:off x="3886200" y="3581400"/>
            <a:ext cx="6476999" cy="295402"/>
          </a:xfrm>
          <a:prstGeom prst="rect">
            <a:avLst/>
          </a:prstGeom>
          <a:solidFill>
            <a:srgbClr val="FFFFFF"/>
          </a:solidFill>
        </p:spPr>
        <p:txBody>
          <a:bodyPr vert="horz" wrap="square" lIns="0" tIns="0" rIns="0" bIns="0" rtlCol="0">
            <a:spAutoFit/>
          </a:bodyPr>
          <a:lstStyle/>
          <a:p>
            <a:pPr>
              <a:lnSpc>
                <a:spcPts val="2090"/>
              </a:lnSpc>
            </a:pPr>
            <a:endParaRPr sz="3200" dirty="0">
              <a:latin typeface="Arial"/>
              <a:cs typeface="Arial"/>
            </a:endParaRPr>
          </a:p>
        </p:txBody>
      </p:sp>
      <p:pic>
        <p:nvPicPr>
          <p:cNvPr id="7" name="object 7">
            <a:extLst>
              <a:ext uri="{FF2B5EF4-FFF2-40B4-BE49-F238E27FC236}">
                <a16:creationId xmlns:a16="http://schemas.microsoft.com/office/drawing/2014/main" id="{C43E916E-CF2E-42D4-96E7-92D72D2AC94F}"/>
              </a:ext>
            </a:extLst>
          </p:cNvPr>
          <p:cNvPicPr/>
          <p:nvPr/>
        </p:nvPicPr>
        <p:blipFill>
          <a:blip r:embed="rId2" cstate="print"/>
          <a:stretch>
            <a:fillRect/>
          </a:stretch>
        </p:blipFill>
        <p:spPr>
          <a:xfrm>
            <a:off x="5705310" y="304802"/>
            <a:ext cx="561824" cy="561824"/>
          </a:xfrm>
          <a:prstGeom prst="rect">
            <a:avLst/>
          </a:prstGeom>
        </p:spPr>
      </p:pic>
      <p:sp>
        <p:nvSpPr>
          <p:cNvPr id="9" name="object 6">
            <a:extLst>
              <a:ext uri="{FF2B5EF4-FFF2-40B4-BE49-F238E27FC236}">
                <a16:creationId xmlns:a16="http://schemas.microsoft.com/office/drawing/2014/main" id="{40D386DC-46A8-4028-8651-49DAA78E864A}"/>
              </a:ext>
            </a:extLst>
          </p:cNvPr>
          <p:cNvSpPr txBox="1"/>
          <p:nvPr/>
        </p:nvSpPr>
        <p:spPr>
          <a:xfrm>
            <a:off x="946171" y="1116016"/>
            <a:ext cx="10080101" cy="2260234"/>
          </a:xfrm>
          <a:prstGeom prst="rect">
            <a:avLst/>
          </a:prstGeom>
        </p:spPr>
        <p:txBody>
          <a:bodyPr vert="horz" wrap="square" lIns="0" tIns="43815" rIns="0" bIns="0" rtlCol="0">
            <a:spAutoFit/>
          </a:bodyPr>
          <a:lstStyle/>
          <a:p>
            <a:pPr marL="12065" marR="5080">
              <a:tabLst>
                <a:tab pos="379095" algn="l"/>
                <a:tab pos="379730" algn="l"/>
              </a:tabLst>
            </a:pPr>
            <a:r>
              <a:rPr lang="es-ES" sz="2400" dirty="0">
                <a:latin typeface="Arial" panose="020B0604020202020204" pitchFamily="34" charset="0"/>
                <a:cs typeface="Arial" panose="020B0604020202020204" pitchFamily="34" charset="0"/>
              </a:rPr>
              <a:t>-</a:t>
            </a:r>
            <a:r>
              <a:rPr lang="es-PE" sz="2400" i="0" dirty="0">
                <a:effectLst/>
                <a:latin typeface="Roboto" panose="02000000000000000000" pitchFamily="2" charset="0"/>
              </a:rPr>
              <a:t>Patrones creacionales(2022). Ecosistema de recursos educativos digitales. </a:t>
            </a:r>
            <a:r>
              <a:rPr lang="es-PE" sz="2400" i="0" dirty="0">
                <a:effectLst/>
                <a:latin typeface="Roboto" panose="02000000000000000000" pitchFamily="2" charset="0"/>
                <a:hlinkClick r:id="rId3"/>
              </a:rPr>
              <a:t>https://youtu.be/_KZkbL0MMbQ?feature=shared</a:t>
            </a:r>
            <a:endParaRPr lang="es-PE" sz="2400" i="0" dirty="0">
              <a:effectLst/>
              <a:latin typeface="Roboto" panose="02000000000000000000" pitchFamily="2" charset="0"/>
            </a:endParaRPr>
          </a:p>
          <a:p>
            <a:pPr marL="12065" marR="5080">
              <a:tabLst>
                <a:tab pos="379095" algn="l"/>
                <a:tab pos="379730" algn="l"/>
              </a:tabLst>
            </a:pPr>
            <a:endParaRPr lang="es-PE" sz="2400" i="0" dirty="0">
              <a:effectLst/>
              <a:latin typeface="Roboto" panose="02000000000000000000" pitchFamily="2" charset="0"/>
            </a:endParaRPr>
          </a:p>
          <a:p>
            <a:pPr marL="12065" marR="5080">
              <a:tabLst>
                <a:tab pos="379095" algn="l"/>
                <a:tab pos="379730" algn="l"/>
              </a:tabLst>
            </a:pPr>
            <a:r>
              <a:rPr lang="es-PE" sz="2400" i="0" dirty="0">
                <a:effectLst/>
                <a:latin typeface="Roboto" panose="02000000000000000000" pitchFamily="2" charset="0"/>
              </a:rPr>
              <a:t>-bin Uzayr, S. (2023). Software Design Patterns: The Ultimate Guide. CRC Press.</a:t>
            </a:r>
          </a:p>
          <a:p>
            <a:pPr marL="12065" marR="5080">
              <a:tabLst>
                <a:tab pos="379095" algn="l"/>
                <a:tab pos="379730" algn="l"/>
              </a:tabLst>
            </a:pPr>
            <a:endParaRPr sz="2400" dirty="0">
              <a:latin typeface="Arial" panose="020B0604020202020204" pitchFamily="34" charset="0"/>
              <a:cs typeface="Arial" panose="020B0604020202020204" pitchFamily="34" charset="0"/>
            </a:endParaRPr>
          </a:p>
        </p:txBody>
      </p:sp>
      <p:sp>
        <p:nvSpPr>
          <p:cNvPr id="10" name="object 7">
            <a:extLst>
              <a:ext uri="{FF2B5EF4-FFF2-40B4-BE49-F238E27FC236}">
                <a16:creationId xmlns:a16="http://schemas.microsoft.com/office/drawing/2014/main" id="{6C1EBD77-2009-467A-8F43-D98057869CA7}"/>
              </a:ext>
            </a:extLst>
          </p:cNvPr>
          <p:cNvSpPr txBox="1"/>
          <p:nvPr/>
        </p:nvSpPr>
        <p:spPr>
          <a:xfrm>
            <a:off x="1243933" y="5472302"/>
            <a:ext cx="9704133" cy="369332"/>
          </a:xfrm>
          <a:prstGeom prst="rect">
            <a:avLst/>
          </a:prstGeom>
          <a:solidFill>
            <a:srgbClr val="D9EAD3"/>
          </a:solidFill>
        </p:spPr>
        <p:txBody>
          <a:bodyPr vert="horz" wrap="square" lIns="0" tIns="0" rIns="0" bIns="0" rtlCol="0">
            <a:spAutoFit/>
          </a:bodyPr>
          <a:lstStyle/>
          <a:p>
            <a:pPr algn="ctr">
              <a:spcBef>
                <a:spcPts val="600"/>
              </a:spcBef>
              <a:spcAft>
                <a:spcPts val="600"/>
              </a:spcAft>
            </a:pPr>
            <a:r>
              <a:rPr sz="2400" i="1" spc="-5" dirty="0">
                <a:latin typeface="Arial" panose="020B0604020202020204" pitchFamily="34" charset="0"/>
                <a:cs typeface="Arial" panose="020B0604020202020204" pitchFamily="34" charset="0"/>
              </a:rPr>
              <a:t>Nota:</a:t>
            </a:r>
            <a:r>
              <a:rPr sz="2400" i="1" spc="-10" dirty="0">
                <a:latin typeface="Arial" panose="020B0604020202020204" pitchFamily="34" charset="0"/>
                <a:cs typeface="Arial" panose="020B0604020202020204" pitchFamily="34" charset="0"/>
              </a:rPr>
              <a:t> </a:t>
            </a:r>
            <a:r>
              <a:rPr sz="2400" i="1" spc="-5" dirty="0">
                <a:latin typeface="Arial" panose="020B0604020202020204" pitchFamily="34" charset="0"/>
                <a:cs typeface="Arial" panose="020B0604020202020204" pitchFamily="34" charset="0"/>
              </a:rPr>
              <a:t>No</a:t>
            </a:r>
            <a:r>
              <a:rPr lang="es-ES" sz="2400" i="1" spc="-10" dirty="0">
                <a:latin typeface="Arial" panose="020B0604020202020204" pitchFamily="34" charset="0"/>
                <a:cs typeface="Arial" panose="020B0604020202020204" pitchFamily="34" charset="0"/>
              </a:rPr>
              <a:t> </a:t>
            </a:r>
            <a:r>
              <a:rPr lang="es-PE" sz="2400" i="1" spc="-5" dirty="0">
                <a:latin typeface="Arial" panose="020B0604020202020204" pitchFamily="34" charset="0"/>
                <a:cs typeface="Arial" panose="020B0604020202020204" pitchFamily="34" charset="0"/>
              </a:rPr>
              <a:t>olvides </a:t>
            </a:r>
            <a:r>
              <a:rPr lang="es-ES" sz="2400" i="1" spc="-5" dirty="0">
                <a:latin typeface="Arial" panose="020B0604020202020204" pitchFamily="34" charset="0"/>
                <a:cs typeface="Arial" panose="020B0604020202020204" pitchFamily="34" charset="0"/>
              </a:rPr>
              <a:t>t</a:t>
            </a:r>
            <a:r>
              <a:rPr lang="es-PE" sz="2400" i="1" spc="-5" dirty="0" err="1">
                <a:latin typeface="Arial" panose="020B0604020202020204" pitchFamily="34" charset="0"/>
                <a:cs typeface="Arial" panose="020B0604020202020204" pitchFamily="34" charset="0"/>
              </a:rPr>
              <a:t>ambién</a:t>
            </a:r>
            <a:r>
              <a:rPr sz="2400" i="1" spc="-10" dirty="0">
                <a:latin typeface="Arial" panose="020B0604020202020204" pitchFamily="34" charset="0"/>
                <a:cs typeface="Arial" panose="020B0604020202020204" pitchFamily="34" charset="0"/>
              </a:rPr>
              <a:t> </a:t>
            </a:r>
            <a:r>
              <a:rPr lang="es-ES" sz="2400" i="1" spc="-10" dirty="0">
                <a:latin typeface="Arial" panose="020B0604020202020204" pitchFamily="34" charset="0"/>
                <a:cs typeface="Arial" panose="020B0604020202020204" pitchFamily="34" charset="0"/>
              </a:rPr>
              <a:t>revisar tu plataforma </a:t>
            </a:r>
            <a:r>
              <a:rPr lang="es-ES" sz="2400" i="1" spc="-10" dirty="0" err="1">
                <a:latin typeface="Arial" panose="020B0604020202020204" pitchFamily="34" charset="0"/>
                <a:cs typeface="Arial" panose="020B0604020202020204" pitchFamily="34" charset="0"/>
              </a:rPr>
              <a:t>UTP+Class</a:t>
            </a:r>
            <a:endParaRPr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599688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83D49147-6665-4E3D-899C-D582AC68A260}"/>
              </a:ext>
            </a:extLst>
          </p:cNvPr>
          <p:cNvSpPr/>
          <p:nvPr/>
        </p:nvSpPr>
        <p:spPr>
          <a:xfrm>
            <a:off x="0" y="304801"/>
            <a:ext cx="5659755" cy="561824"/>
          </a:xfrm>
          <a:custGeom>
            <a:avLst/>
            <a:gdLst/>
            <a:ahLst/>
            <a:cxnLst/>
            <a:rect l="l" t="t" r="r" b="b"/>
            <a:pathLst>
              <a:path w="5659755" h="415290">
                <a:moveTo>
                  <a:pt x="5590548" y="414899"/>
                </a:moveTo>
                <a:lnTo>
                  <a:pt x="6651" y="414899"/>
                </a:lnTo>
                <a:lnTo>
                  <a:pt x="0" y="413557"/>
                </a:lnTo>
                <a:lnTo>
                  <a:pt x="0" y="1342"/>
                </a:lnTo>
                <a:lnTo>
                  <a:pt x="6651" y="0"/>
                </a:lnTo>
                <a:lnTo>
                  <a:pt x="5590548" y="0"/>
                </a:lnTo>
                <a:lnTo>
                  <a:pt x="5604102" y="1340"/>
                </a:lnTo>
                <a:lnTo>
                  <a:pt x="5639445" y="20253"/>
                </a:lnTo>
                <a:lnTo>
                  <a:pt x="5658358" y="55597"/>
                </a:lnTo>
                <a:lnTo>
                  <a:pt x="5659699" y="69151"/>
                </a:lnTo>
                <a:lnTo>
                  <a:pt x="5659699" y="345748"/>
                </a:lnTo>
                <a:lnTo>
                  <a:pt x="5654265" y="372665"/>
                </a:lnTo>
                <a:lnTo>
                  <a:pt x="5639446" y="394646"/>
                </a:lnTo>
                <a:lnTo>
                  <a:pt x="5617465" y="409465"/>
                </a:lnTo>
                <a:lnTo>
                  <a:pt x="5590548" y="414899"/>
                </a:lnTo>
                <a:close/>
              </a:path>
            </a:pathLst>
          </a:custGeom>
          <a:solidFill>
            <a:srgbClr val="D1052D"/>
          </a:solidFill>
        </p:spPr>
        <p:txBody>
          <a:bodyPr wrap="square" lIns="0" tIns="0" rIns="0" bIns="0" rtlCol="0"/>
          <a:lstStyle/>
          <a:p>
            <a:endParaRPr/>
          </a:p>
        </p:txBody>
      </p:sp>
      <p:sp>
        <p:nvSpPr>
          <p:cNvPr id="6" name="object 6">
            <a:extLst>
              <a:ext uri="{FF2B5EF4-FFF2-40B4-BE49-F238E27FC236}">
                <a16:creationId xmlns:a16="http://schemas.microsoft.com/office/drawing/2014/main" id="{B3237432-5409-4010-913D-63C769E0C667}"/>
              </a:ext>
            </a:extLst>
          </p:cNvPr>
          <p:cNvSpPr txBox="1"/>
          <p:nvPr/>
        </p:nvSpPr>
        <p:spPr>
          <a:xfrm>
            <a:off x="381000" y="381000"/>
            <a:ext cx="4724400" cy="382156"/>
          </a:xfrm>
          <a:prstGeom prst="rect">
            <a:avLst/>
          </a:prstGeom>
        </p:spPr>
        <p:txBody>
          <a:bodyPr vert="horz" wrap="square" lIns="0" tIns="12700" rIns="0" bIns="0" rtlCol="0">
            <a:spAutoFit/>
          </a:bodyPr>
          <a:lstStyle/>
          <a:p>
            <a:pPr marL="12700">
              <a:lnSpc>
                <a:spcPct val="100000"/>
              </a:lnSpc>
              <a:spcBef>
                <a:spcPts val="100"/>
              </a:spcBef>
            </a:pPr>
            <a:r>
              <a:rPr lang="es-ES" sz="2400" b="1" spc="-5" dirty="0">
                <a:solidFill>
                  <a:srgbClr val="FFFFFF"/>
                </a:solidFill>
                <a:latin typeface="Arial"/>
                <a:cs typeface="Arial"/>
              </a:rPr>
              <a:t>Tarea</a:t>
            </a:r>
            <a:endParaRPr lang="es-PE" sz="2400" dirty="0">
              <a:latin typeface="Arial"/>
              <a:cs typeface="Arial"/>
            </a:endParaRPr>
          </a:p>
        </p:txBody>
      </p:sp>
      <p:pic>
        <p:nvPicPr>
          <p:cNvPr id="7" name="object 7">
            <a:extLst>
              <a:ext uri="{FF2B5EF4-FFF2-40B4-BE49-F238E27FC236}">
                <a16:creationId xmlns:a16="http://schemas.microsoft.com/office/drawing/2014/main" id="{C43E916E-CF2E-42D4-96E7-92D72D2AC94F}"/>
              </a:ext>
            </a:extLst>
          </p:cNvPr>
          <p:cNvPicPr/>
          <p:nvPr/>
        </p:nvPicPr>
        <p:blipFill>
          <a:blip r:embed="rId2" cstate="print"/>
          <a:stretch>
            <a:fillRect/>
          </a:stretch>
        </p:blipFill>
        <p:spPr>
          <a:xfrm>
            <a:off x="5705310" y="304802"/>
            <a:ext cx="561824" cy="561824"/>
          </a:xfrm>
          <a:prstGeom prst="rect">
            <a:avLst/>
          </a:prstGeom>
        </p:spPr>
      </p:pic>
      <p:sp>
        <p:nvSpPr>
          <p:cNvPr id="11" name="CuadroTexto 10">
            <a:extLst>
              <a:ext uri="{FF2B5EF4-FFF2-40B4-BE49-F238E27FC236}">
                <a16:creationId xmlns:a16="http://schemas.microsoft.com/office/drawing/2014/main" id="{324A635F-D0BC-448C-963A-9F264D0DBAC1}"/>
              </a:ext>
            </a:extLst>
          </p:cNvPr>
          <p:cNvSpPr txBox="1"/>
          <p:nvPr/>
        </p:nvSpPr>
        <p:spPr>
          <a:xfrm>
            <a:off x="914400" y="2828835"/>
            <a:ext cx="6096000" cy="1200329"/>
          </a:xfrm>
          <a:prstGeom prst="rect">
            <a:avLst/>
          </a:prstGeom>
          <a:noFill/>
        </p:spPr>
        <p:txBody>
          <a:bodyPr wrap="square">
            <a:spAutoFit/>
          </a:bodyPr>
          <a:lstStyle/>
          <a:p>
            <a:pPr algn="ctr"/>
            <a:r>
              <a:rPr lang="es-ES" sz="3600" b="1" dirty="0">
                <a:latin typeface="Arial" panose="020B0604020202020204" pitchFamily="34" charset="0"/>
                <a:cs typeface="Arial" panose="020B0604020202020204" pitchFamily="34" charset="0"/>
              </a:rPr>
              <a:t>MUCHAS</a:t>
            </a:r>
            <a:r>
              <a:rPr lang="es-ES" sz="3600" b="1" spc="-204" dirty="0">
                <a:latin typeface="Arial" panose="020B0604020202020204" pitchFamily="34" charset="0"/>
                <a:cs typeface="Arial" panose="020B0604020202020204" pitchFamily="34" charset="0"/>
              </a:rPr>
              <a:t> </a:t>
            </a:r>
            <a:r>
              <a:rPr lang="es-ES" sz="3600" b="1" spc="-10" dirty="0">
                <a:latin typeface="Arial" panose="020B0604020202020204" pitchFamily="34" charset="0"/>
                <a:cs typeface="Arial" panose="020B0604020202020204" pitchFamily="34" charset="0"/>
              </a:rPr>
              <a:t>GRACIAS </a:t>
            </a:r>
            <a:r>
              <a:rPr lang="es-ES" sz="3600" b="1" dirty="0">
                <a:latin typeface="Arial" panose="020B0604020202020204" pitchFamily="34" charset="0"/>
                <a:cs typeface="Arial" panose="020B0604020202020204" pitchFamily="34" charset="0"/>
              </a:rPr>
              <a:t>QUE</a:t>
            </a:r>
            <a:r>
              <a:rPr lang="es-ES" sz="3600" b="1" spc="-40" dirty="0">
                <a:latin typeface="Arial" panose="020B0604020202020204" pitchFamily="34" charset="0"/>
                <a:cs typeface="Arial" panose="020B0604020202020204" pitchFamily="34" charset="0"/>
              </a:rPr>
              <a:t> </a:t>
            </a:r>
            <a:r>
              <a:rPr lang="es-ES" sz="3600" b="1" dirty="0">
                <a:latin typeface="Arial" panose="020B0604020202020204" pitchFamily="34" charset="0"/>
                <a:cs typeface="Arial" panose="020B0604020202020204" pitchFamily="34" charset="0"/>
              </a:rPr>
              <a:t>DIOS</a:t>
            </a:r>
            <a:r>
              <a:rPr lang="es-ES" sz="3600" b="1" spc="-40" dirty="0">
                <a:latin typeface="Arial" panose="020B0604020202020204" pitchFamily="34" charset="0"/>
                <a:cs typeface="Arial" panose="020B0604020202020204" pitchFamily="34" charset="0"/>
              </a:rPr>
              <a:t> </a:t>
            </a:r>
            <a:r>
              <a:rPr lang="es-ES" sz="3600" b="1" dirty="0">
                <a:latin typeface="Arial" panose="020B0604020202020204" pitchFamily="34" charset="0"/>
                <a:cs typeface="Arial" panose="020B0604020202020204" pitchFamily="34" charset="0"/>
              </a:rPr>
              <a:t>LOS</a:t>
            </a:r>
            <a:r>
              <a:rPr lang="es-ES" sz="3600" b="1" spc="-40" dirty="0">
                <a:latin typeface="Arial" panose="020B0604020202020204" pitchFamily="34" charset="0"/>
                <a:cs typeface="Arial" panose="020B0604020202020204" pitchFamily="34" charset="0"/>
              </a:rPr>
              <a:t> </a:t>
            </a:r>
            <a:r>
              <a:rPr lang="es-ES" sz="3600" b="1" spc="-10" dirty="0">
                <a:latin typeface="Arial" panose="020B0604020202020204" pitchFamily="34" charset="0"/>
                <a:cs typeface="Arial" panose="020B0604020202020204" pitchFamily="34" charset="0"/>
              </a:rPr>
              <a:t>BENDIGA!!!</a:t>
            </a:r>
            <a:endParaRPr lang="es-PE" sz="3600" b="1" dirty="0">
              <a:latin typeface="Arial" panose="020B0604020202020204" pitchFamily="34" charset="0"/>
              <a:cs typeface="Arial" panose="020B0604020202020204" pitchFamily="34" charset="0"/>
            </a:endParaRPr>
          </a:p>
        </p:txBody>
      </p:sp>
      <p:pic>
        <p:nvPicPr>
          <p:cNvPr id="12" name="object 3">
            <a:extLst>
              <a:ext uri="{FF2B5EF4-FFF2-40B4-BE49-F238E27FC236}">
                <a16:creationId xmlns:a16="http://schemas.microsoft.com/office/drawing/2014/main" id="{3D95F103-6F5F-4016-A9CD-2446F09D3020}"/>
              </a:ext>
            </a:extLst>
          </p:cNvPr>
          <p:cNvPicPr/>
          <p:nvPr/>
        </p:nvPicPr>
        <p:blipFill>
          <a:blip r:embed="rId3" cstate="print"/>
          <a:stretch>
            <a:fillRect/>
          </a:stretch>
        </p:blipFill>
        <p:spPr>
          <a:xfrm>
            <a:off x="7467600" y="1216152"/>
            <a:ext cx="3056381" cy="4425696"/>
          </a:xfrm>
          <a:prstGeom prst="rect">
            <a:avLst/>
          </a:prstGeom>
        </p:spPr>
      </p:pic>
    </p:spTree>
    <p:extLst>
      <p:ext uri="{BB962C8B-B14F-4D97-AF65-F5344CB8AC3E}">
        <p14:creationId xmlns:p14="http://schemas.microsoft.com/office/powerpoint/2010/main" val="21905828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191E5126-E36B-4AD7-8091-51DA2789C594}"/>
              </a:ext>
            </a:extLst>
          </p:cNvPr>
          <p:cNvGrpSpPr/>
          <p:nvPr/>
        </p:nvGrpSpPr>
        <p:grpSpPr>
          <a:xfrm>
            <a:off x="2057400" y="152400"/>
            <a:ext cx="9906000" cy="4152900"/>
            <a:chOff x="2057400" y="152400"/>
            <a:chExt cx="9906000" cy="4152900"/>
          </a:xfrm>
        </p:grpSpPr>
        <p:pic>
          <p:nvPicPr>
            <p:cNvPr id="4" name="object 4">
              <a:extLst>
                <a:ext uri="{FF2B5EF4-FFF2-40B4-BE49-F238E27FC236}">
                  <a16:creationId xmlns:a16="http://schemas.microsoft.com/office/drawing/2014/main" id="{A185A945-435F-4D6F-A7D2-DE90E0F72053}"/>
                </a:ext>
              </a:extLst>
            </p:cNvPr>
            <p:cNvPicPr/>
            <p:nvPr/>
          </p:nvPicPr>
          <p:blipFill>
            <a:blip r:embed="rId2" cstate="print"/>
            <a:stretch>
              <a:fillRect/>
            </a:stretch>
          </p:blipFill>
          <p:spPr>
            <a:xfrm>
              <a:off x="2057400" y="2552700"/>
              <a:ext cx="7856700" cy="1752600"/>
            </a:xfrm>
            <a:prstGeom prst="rect">
              <a:avLst/>
            </a:prstGeom>
          </p:spPr>
        </p:pic>
        <p:sp>
          <p:nvSpPr>
            <p:cNvPr id="5" name="Rectángulo 4">
              <a:extLst>
                <a:ext uri="{FF2B5EF4-FFF2-40B4-BE49-F238E27FC236}">
                  <a16:creationId xmlns:a16="http://schemas.microsoft.com/office/drawing/2014/main" id="{9E930664-20E1-44C4-BD93-6761C99A64C5}"/>
                </a:ext>
              </a:extLst>
            </p:cNvPr>
            <p:cNvSpPr/>
            <p:nvPr/>
          </p:nvSpPr>
          <p:spPr>
            <a:xfrm>
              <a:off x="9144000" y="152400"/>
              <a:ext cx="2819400" cy="762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847</TotalTime>
  <Words>2358</Words>
  <Application>Microsoft Office PowerPoint</Application>
  <PresentationFormat>Panorámica</PresentationFormat>
  <Paragraphs>302</Paragraphs>
  <Slides>34</Slides>
  <Notes>13</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34</vt:i4>
      </vt:variant>
    </vt:vector>
  </HeadingPairs>
  <TitlesOfParts>
    <vt:vector size="44" baseType="lpstr">
      <vt:lpstr>Arial</vt:lpstr>
      <vt:lpstr>Arial MT</vt:lpstr>
      <vt:lpstr>Calibri</vt:lpstr>
      <vt:lpstr>Calibri Light</vt:lpstr>
      <vt:lpstr>CentSchbkCyrill BT</vt:lpstr>
      <vt:lpstr>DejaVuSans</vt:lpstr>
      <vt:lpstr>Roboto</vt:lpstr>
      <vt:lpstr>Rubik</vt:lpstr>
      <vt:lpstr>Times New Roman</vt:lpstr>
      <vt:lpstr>Office Theme</vt:lpstr>
      <vt:lpstr>CURSO: DISEÑO DE PATRONES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Caso práctico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VPC Networking</dc:title>
  <dc:creator>Julia</dc:creator>
  <cp:lastModifiedBy>DOCENTE - JORGE ALFREDO GUEVARA JIMENEZ</cp:lastModifiedBy>
  <cp:revision>56</cp:revision>
  <dcterms:created xsi:type="dcterms:W3CDTF">2024-06-11T03:36:57Z</dcterms:created>
  <dcterms:modified xsi:type="dcterms:W3CDTF">2024-09-05T00:44:26Z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2020-06-18T00:00:00Z</vt:filetime>
  </property>
  <property fmtid="{D5CDD505-2E9C-101B-9397-08002B2CF9AE}" pid="3" name="Creator">
    <vt:lpwstr>Microsoft® PowerPoint® para Office 365</vt:lpwstr>
  </property>
  <property fmtid="{D5CDD505-2E9C-101B-9397-08002B2CF9AE}" pid="4" name="LastSaved">
    <vt:filetime>2024-06-11T00:00:00Z</vt:filetime>
  </property>
</Properties>
</file>